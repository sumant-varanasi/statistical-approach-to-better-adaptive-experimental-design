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custDataLst>
    <p:tags r:id="rId13"/>
  </p:custDataLst>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8B2327"/>
    <a:srgbClr val="753C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3D4C68-EA52-4FF4-BED3-89269C47C21D}" v="27" dt="2026-10-12T13:35:41.0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037"/>
    <p:restoredTop sz="79353" autoAdjust="0"/>
  </p:normalViewPr>
  <p:slideViewPr>
    <p:cSldViewPr snapToGrid="0">
      <p:cViewPr>
        <p:scale>
          <a:sx n="68" d="100"/>
          <a:sy n="68" d="100"/>
        </p:scale>
        <p:origin x="62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ap Kshirsagar" userId="1f4e5bb9-bac3-4684-bd16-d17601a4a358" providerId="ADAL" clId="{3697B015-250D-4BD2-B054-73FBAE49575A}"/>
    <pc:docChg chg="modSld">
      <pc:chgData name="Alap Kshirsagar" userId="1f4e5bb9-bac3-4684-bd16-d17601a4a358" providerId="ADAL" clId="{3697B015-250D-4BD2-B054-73FBAE49575A}" dt="2026-10-12T13:35:41.051" v="26" actId="20577"/>
      <pc:docMkLst>
        <pc:docMk/>
      </pc:docMkLst>
      <pc:sldChg chg="modSp mod">
        <pc:chgData name="Alap Kshirsagar" userId="1f4e5bb9-bac3-4684-bd16-d17601a4a358" providerId="ADAL" clId="{3697B015-250D-4BD2-B054-73FBAE49575A}" dt="2026-10-12T13:35:41.051" v="26" actId="20577"/>
        <pc:sldMkLst>
          <pc:docMk/>
          <pc:sldMk cId="2343038301" sldId="283"/>
        </pc:sldMkLst>
        <pc:spChg chg="mod">
          <ac:chgData name="Alap Kshirsagar" userId="1f4e5bb9-bac3-4684-bd16-d17601a4a358" providerId="ADAL" clId="{3697B015-250D-4BD2-B054-73FBAE49575A}" dt="2026-10-12T13:35:41.051" v="26" actId="20577"/>
          <ac:spMkLst>
            <pc:docMk/>
            <pc:sldMk cId="2343038301" sldId="283"/>
            <ac:spMk id="8" creationId="{0B2F30D5-FE36-F31F-96F8-C442AF715BE1}"/>
          </ac:spMkLst>
        </pc:spChg>
      </pc:sldChg>
    </pc:docChg>
  </pc:docChgLst>
  <pc:docChgLst>
    <pc:chgData name="Rachit Khare" userId="815fd107-0bcb-4c63-8341-238d45449ad2" providerId="ADAL" clId="{CADEBF0B-9123-5878-AD03-B1D1559C761D}"/>
    <pc:docChg chg="undo redo custSel addSld delSld modSld">
      <pc:chgData name="Rachit Khare" userId="815fd107-0bcb-4c63-8341-238d45449ad2" providerId="ADAL" clId="{CADEBF0B-9123-5878-AD03-B1D1559C761D}" dt="2026-08-24T18:37:25.493" v="2635"/>
      <pc:docMkLst>
        <pc:docMk/>
      </pc:docMkLst>
      <pc:sldChg chg="modSp mod">
        <pc:chgData name="Rachit Khare" userId="815fd107-0bcb-4c63-8341-238d45449ad2" providerId="ADAL" clId="{CADEBF0B-9123-5878-AD03-B1D1559C761D}" dt="2026-08-23T18:58:04.606" v="1326" actId="207"/>
        <pc:sldMkLst>
          <pc:docMk/>
          <pc:sldMk cId="3070061881" sldId="256"/>
        </pc:sldMkLst>
        <pc:spChg chg="mod">
          <ac:chgData name="Rachit Khare" userId="815fd107-0bcb-4c63-8341-238d45449ad2" providerId="ADAL" clId="{CADEBF0B-9123-5878-AD03-B1D1559C761D}" dt="2026-08-23T18:58:04.606" v="1326" actId="207"/>
          <ac:spMkLst>
            <pc:docMk/>
            <pc:sldMk cId="3070061881" sldId="256"/>
            <ac:spMk id="5" creationId="{C68157C6-DBC8-34B1-C246-CEFC686F50CE}"/>
          </ac:spMkLst>
        </pc:spChg>
      </pc:sldChg>
      <pc:sldChg chg="addSp modSp mod">
        <pc:chgData name="Rachit Khare" userId="815fd107-0bcb-4c63-8341-238d45449ad2" providerId="ADAL" clId="{CADEBF0B-9123-5878-AD03-B1D1559C761D}" dt="2026-08-24T17:38:44.829" v="2063" actId="113"/>
        <pc:sldMkLst>
          <pc:docMk/>
          <pc:sldMk cId="2804837368" sldId="264"/>
        </pc:sldMkLst>
        <pc:spChg chg="mod">
          <ac:chgData name="Rachit Khare" userId="815fd107-0bcb-4c63-8341-238d45449ad2" providerId="ADAL" clId="{CADEBF0B-9123-5878-AD03-B1D1559C761D}" dt="2026-08-24T17:38:36.908" v="2058" actId="20577"/>
          <ac:spMkLst>
            <pc:docMk/>
            <pc:sldMk cId="2804837368" sldId="264"/>
            <ac:spMk id="2" creationId="{21B686A7-FD11-3913-19A9-5375A07FFF92}"/>
          </ac:spMkLst>
        </pc:spChg>
        <pc:spChg chg="mod">
          <ac:chgData name="Rachit Khare" userId="815fd107-0bcb-4c63-8341-238d45449ad2" providerId="ADAL" clId="{CADEBF0B-9123-5878-AD03-B1D1559C761D}" dt="2026-08-24T17:24:26.961" v="1754" actId="1076"/>
          <ac:spMkLst>
            <pc:docMk/>
            <pc:sldMk cId="2804837368" sldId="264"/>
            <ac:spMk id="3" creationId="{A7F7414A-2579-B3CF-2782-15E70FDEF3EA}"/>
          </ac:spMkLst>
        </pc:spChg>
        <pc:spChg chg="mod">
          <ac:chgData name="Rachit Khare" userId="815fd107-0bcb-4c63-8341-238d45449ad2" providerId="ADAL" clId="{CADEBF0B-9123-5878-AD03-B1D1559C761D}" dt="2026-08-24T17:38:11.875" v="2050" actId="20577"/>
          <ac:spMkLst>
            <pc:docMk/>
            <pc:sldMk cId="2804837368" sldId="264"/>
            <ac:spMk id="6" creationId="{A619DD20-13DC-AB57-49B2-75FFDD2795D8}"/>
          </ac:spMkLst>
        </pc:spChg>
        <pc:spChg chg="add mod">
          <ac:chgData name="Rachit Khare" userId="815fd107-0bcb-4c63-8341-238d45449ad2" providerId="ADAL" clId="{CADEBF0B-9123-5878-AD03-B1D1559C761D}" dt="2026-08-24T17:38:44.829" v="2063" actId="113"/>
          <ac:spMkLst>
            <pc:docMk/>
            <pc:sldMk cId="2804837368" sldId="264"/>
            <ac:spMk id="7" creationId="{E4E2C442-2D69-09EB-64D6-ECCE9536D034}"/>
          </ac:spMkLst>
        </pc:spChg>
        <pc:spChg chg="add mod">
          <ac:chgData name="Rachit Khare" userId="815fd107-0bcb-4c63-8341-238d45449ad2" providerId="ADAL" clId="{CADEBF0B-9123-5878-AD03-B1D1559C761D}" dt="2026-08-24T17:26:12.163" v="1814" actId="767"/>
          <ac:spMkLst>
            <pc:docMk/>
            <pc:sldMk cId="2804837368" sldId="264"/>
            <ac:spMk id="8" creationId="{ABD55C91-95A0-AD77-484D-E33EA27E3998}"/>
          </ac:spMkLst>
        </pc:spChg>
        <pc:picChg chg="mod">
          <ac:chgData name="Rachit Khare" userId="815fd107-0bcb-4c63-8341-238d45449ad2" providerId="ADAL" clId="{CADEBF0B-9123-5878-AD03-B1D1559C761D}" dt="2026-08-24T17:26:37.300" v="1825" actId="1076"/>
          <ac:picMkLst>
            <pc:docMk/>
            <pc:sldMk cId="2804837368" sldId="264"/>
            <ac:picMk id="4" creationId="{3F3CA0EA-6DED-2882-EB69-6434B36C1727}"/>
          </ac:picMkLst>
        </pc:picChg>
      </pc:sldChg>
      <pc:sldChg chg="modSp mod">
        <pc:chgData name="Rachit Khare" userId="815fd107-0bcb-4c63-8341-238d45449ad2" providerId="ADAL" clId="{CADEBF0B-9123-5878-AD03-B1D1559C761D}" dt="2026-08-24T17:36:20.746" v="2020"/>
        <pc:sldMkLst>
          <pc:docMk/>
          <pc:sldMk cId="2908406118" sldId="265"/>
        </pc:sldMkLst>
        <pc:spChg chg="mod">
          <ac:chgData name="Rachit Khare" userId="815fd107-0bcb-4c63-8341-238d45449ad2" providerId="ADAL" clId="{CADEBF0B-9123-5878-AD03-B1D1559C761D}" dt="2026-08-23T19:00:34.890" v="1352" actId="20577"/>
          <ac:spMkLst>
            <pc:docMk/>
            <pc:sldMk cId="2908406118" sldId="265"/>
            <ac:spMk id="2" creationId="{C2C4280E-D49C-6BBD-BEDB-C8BE7A428228}"/>
          </ac:spMkLst>
        </pc:spChg>
        <pc:spChg chg="mod">
          <ac:chgData name="Rachit Khare" userId="815fd107-0bcb-4c63-8341-238d45449ad2" providerId="ADAL" clId="{CADEBF0B-9123-5878-AD03-B1D1559C761D}" dt="2026-08-24T17:35:12.699" v="2001" actId="1076"/>
          <ac:spMkLst>
            <pc:docMk/>
            <pc:sldMk cId="2908406118" sldId="265"/>
            <ac:spMk id="4" creationId="{59119AD3-5EAE-295C-6B0E-BEC115D2DCB8}"/>
          </ac:spMkLst>
        </pc:spChg>
        <pc:graphicFrameChg chg="mod modGraphic">
          <ac:chgData name="Rachit Khare" userId="815fd107-0bcb-4c63-8341-238d45449ad2" providerId="ADAL" clId="{CADEBF0B-9123-5878-AD03-B1D1559C761D}" dt="2026-08-24T17:36:20.746" v="2020"/>
          <ac:graphicFrameMkLst>
            <pc:docMk/>
            <pc:sldMk cId="2908406118" sldId="265"/>
            <ac:graphicFrameMk id="5" creationId="{00000000-0000-0000-0000-000000000000}"/>
          </ac:graphicFrameMkLst>
        </pc:graphicFrameChg>
      </pc:sldChg>
      <pc:sldChg chg="modSp mod">
        <pc:chgData name="Rachit Khare" userId="815fd107-0bcb-4c63-8341-238d45449ad2" providerId="ADAL" clId="{CADEBF0B-9123-5878-AD03-B1D1559C761D}" dt="2026-08-24T17:39:06.220" v="2064" actId="1076"/>
        <pc:sldMkLst>
          <pc:docMk/>
          <pc:sldMk cId="4006799261" sldId="266"/>
        </pc:sldMkLst>
        <pc:spChg chg="mod">
          <ac:chgData name="Rachit Khare" userId="815fd107-0bcb-4c63-8341-238d45449ad2" providerId="ADAL" clId="{CADEBF0B-9123-5878-AD03-B1D1559C761D}" dt="2026-08-23T19:00:38.807" v="1356" actId="20577"/>
          <ac:spMkLst>
            <pc:docMk/>
            <pc:sldMk cId="4006799261" sldId="266"/>
            <ac:spMk id="2" creationId="{F89ED01D-46DE-BA16-1A34-3004F4B50C19}"/>
          </ac:spMkLst>
        </pc:spChg>
        <pc:spChg chg="mod">
          <ac:chgData name="Rachit Khare" userId="815fd107-0bcb-4c63-8341-238d45449ad2" providerId="ADAL" clId="{CADEBF0B-9123-5878-AD03-B1D1559C761D}" dt="2026-08-24T17:35:18.587" v="2006" actId="1076"/>
          <ac:spMkLst>
            <pc:docMk/>
            <pc:sldMk cId="4006799261" sldId="266"/>
            <ac:spMk id="4" creationId="{402AA25F-E028-B136-7CAF-47AA28EB9615}"/>
          </ac:spMkLst>
        </pc:spChg>
        <pc:graphicFrameChg chg="mod modGraphic">
          <ac:chgData name="Rachit Khare" userId="815fd107-0bcb-4c63-8341-238d45449ad2" providerId="ADAL" clId="{CADEBF0B-9123-5878-AD03-B1D1559C761D}" dt="2026-08-24T17:39:06.220" v="2064" actId="1076"/>
          <ac:graphicFrameMkLst>
            <pc:docMk/>
            <pc:sldMk cId="4006799261" sldId="266"/>
            <ac:graphicFrameMk id="5" creationId="{00000000-0000-0000-0000-000000000000}"/>
          </ac:graphicFrameMkLst>
        </pc:graphicFrameChg>
      </pc:sldChg>
      <pc:sldChg chg="modSp mod">
        <pc:chgData name="Rachit Khare" userId="815fd107-0bcb-4c63-8341-238d45449ad2" providerId="ADAL" clId="{CADEBF0B-9123-5878-AD03-B1D1559C761D}" dt="2026-08-24T17:40:28.856" v="2079"/>
        <pc:sldMkLst>
          <pc:docMk/>
          <pc:sldMk cId="1850173453" sldId="267"/>
        </pc:sldMkLst>
        <pc:spChg chg="mod">
          <ac:chgData name="Rachit Khare" userId="815fd107-0bcb-4c63-8341-238d45449ad2" providerId="ADAL" clId="{CADEBF0B-9123-5878-AD03-B1D1559C761D}" dt="2026-08-23T18:59:25.207" v="1333" actId="14100"/>
          <ac:spMkLst>
            <pc:docMk/>
            <pc:sldMk cId="1850173453" sldId="267"/>
            <ac:spMk id="6" creationId="{3961BFC6-D4F4-402A-0E03-45B972853208}"/>
          </ac:spMkLst>
        </pc:spChg>
        <pc:graphicFrameChg chg="mod modGraphic">
          <ac:chgData name="Rachit Khare" userId="815fd107-0bcb-4c63-8341-238d45449ad2" providerId="ADAL" clId="{CADEBF0B-9123-5878-AD03-B1D1559C761D}" dt="2026-08-24T17:40:28.856" v="2079"/>
          <ac:graphicFrameMkLst>
            <pc:docMk/>
            <pc:sldMk cId="1850173453" sldId="267"/>
            <ac:graphicFrameMk id="3" creationId="{00000000-0000-0000-0000-000000000000}"/>
          </ac:graphicFrameMkLst>
        </pc:graphicFrameChg>
      </pc:sldChg>
      <pc:sldChg chg="addSp delSp modSp mod">
        <pc:chgData name="Rachit Khare" userId="815fd107-0bcb-4c63-8341-238d45449ad2" providerId="ADAL" clId="{CADEBF0B-9123-5878-AD03-B1D1559C761D}" dt="2026-08-24T17:40:25.584" v="2078"/>
        <pc:sldMkLst>
          <pc:docMk/>
          <pc:sldMk cId="3460916982" sldId="268"/>
        </pc:sldMkLst>
        <pc:spChg chg="mod">
          <ac:chgData name="Rachit Khare" userId="815fd107-0bcb-4c63-8341-238d45449ad2" providerId="ADAL" clId="{CADEBF0B-9123-5878-AD03-B1D1559C761D}" dt="2026-08-23T19:03:42.297" v="1396" actId="20577"/>
          <ac:spMkLst>
            <pc:docMk/>
            <pc:sldMk cId="3460916982" sldId="268"/>
            <ac:spMk id="2" creationId="{CEA98ECB-7ADC-6908-5E1D-B70EBDAD1653}"/>
          </ac:spMkLst>
        </pc:spChg>
        <pc:graphicFrameChg chg="add mod modGraphic">
          <ac:chgData name="Rachit Khare" userId="815fd107-0bcb-4c63-8341-238d45449ad2" providerId="ADAL" clId="{CADEBF0B-9123-5878-AD03-B1D1559C761D}" dt="2026-08-24T17:40:23.448" v="2077"/>
          <ac:graphicFrameMkLst>
            <pc:docMk/>
            <pc:sldMk cId="3460916982" sldId="268"/>
            <ac:graphicFrameMk id="3" creationId="{00000000-0000-0000-0000-000000000000}"/>
          </ac:graphicFrameMkLst>
        </pc:graphicFrameChg>
        <pc:graphicFrameChg chg="add mod modGraphic">
          <ac:chgData name="Rachit Khare" userId="815fd107-0bcb-4c63-8341-238d45449ad2" providerId="ADAL" clId="{CADEBF0B-9123-5878-AD03-B1D1559C761D}" dt="2026-08-24T17:40:25.584" v="2078"/>
          <ac:graphicFrameMkLst>
            <pc:docMk/>
            <pc:sldMk cId="3460916982" sldId="268"/>
            <ac:graphicFrameMk id="4" creationId="{2989BF0F-9650-2DE7-7973-F4A9549828A8}"/>
          </ac:graphicFrameMkLst>
        </pc:graphicFrameChg>
      </pc:sldChg>
      <pc:sldChg chg="addSp delSp modSp new mod replId">
        <pc:chgData name="Rachit Khare" userId="815fd107-0bcb-4c63-8341-238d45449ad2" providerId="ADAL" clId="{CADEBF0B-9123-5878-AD03-B1D1559C761D}" dt="2026-08-24T18:04:17.043" v="2152" actId="20577"/>
        <pc:sldMkLst>
          <pc:docMk/>
          <pc:sldMk cId="1354492932" sldId="270"/>
        </pc:sldMkLst>
        <pc:spChg chg="mod">
          <ac:chgData name="Rachit Khare" userId="815fd107-0bcb-4c63-8341-238d45449ad2" providerId="ADAL" clId="{CADEBF0B-9123-5878-AD03-B1D1559C761D}" dt="2026-08-24T18:04:17.043" v="2152" actId="20577"/>
          <ac:spMkLst>
            <pc:docMk/>
            <pc:sldMk cId="1354492932" sldId="270"/>
            <ac:spMk id="2" creationId="{89853116-FA50-8F66-1EA3-F0993F00EA9B}"/>
          </ac:spMkLst>
        </pc:spChg>
        <pc:spChg chg="del mod">
          <ac:chgData name="Rachit Khare" userId="815fd107-0bcb-4c63-8341-238d45449ad2" providerId="ADAL" clId="{CADEBF0B-9123-5878-AD03-B1D1559C761D}" dt="2026-08-24T18:01:27.464" v="2100" actId="478"/>
          <ac:spMkLst>
            <pc:docMk/>
            <pc:sldMk cId="1354492932" sldId="270"/>
            <ac:spMk id="3" creationId="{3069318B-F2C1-D1BD-B673-A135310EC63E}"/>
          </ac:spMkLst>
        </pc:spChg>
        <pc:spChg chg="add mod">
          <ac:chgData name="Rachit Khare" userId="815fd107-0bcb-4c63-8341-238d45449ad2" providerId="ADAL" clId="{CADEBF0B-9123-5878-AD03-B1D1559C761D}" dt="2026-08-24T18:03:56.431" v="2136" actId="113"/>
          <ac:spMkLst>
            <pc:docMk/>
            <pc:sldMk cId="1354492932" sldId="270"/>
            <ac:spMk id="4" creationId="{7FFB8CF9-393C-06E6-E6B2-2A7AD66DF3B6}"/>
          </ac:spMkLst>
        </pc:spChg>
        <pc:spChg chg="add mod">
          <ac:chgData name="Rachit Khare" userId="815fd107-0bcb-4c63-8341-238d45449ad2" providerId="ADAL" clId="{CADEBF0B-9123-5878-AD03-B1D1559C761D}" dt="2026-08-24T18:02:37.694" v="2123" actId="1035"/>
          <ac:spMkLst>
            <pc:docMk/>
            <pc:sldMk cId="1354492932" sldId="270"/>
            <ac:spMk id="5" creationId="{70AB8054-2160-32B7-7168-1A152F8091D3}"/>
          </ac:spMkLst>
        </pc:spChg>
        <pc:spChg chg="mod">
          <ac:chgData name="Rachit Khare" userId="815fd107-0bcb-4c63-8341-238d45449ad2" providerId="ADAL" clId="{CADEBF0B-9123-5878-AD03-B1D1559C761D}" dt="2026-08-24T18:02:46.624" v="2126" actId="14100"/>
          <ac:spMkLst>
            <pc:docMk/>
            <pc:sldMk cId="1354492932" sldId="270"/>
            <ac:spMk id="6" creationId="{FBAD9B68-F7B1-33A4-CC0F-D89459C681C4}"/>
          </ac:spMkLst>
        </pc:spChg>
        <pc:spChg chg="add mod">
          <ac:chgData name="Rachit Khare" userId="815fd107-0bcb-4c63-8341-238d45449ad2" providerId="ADAL" clId="{CADEBF0B-9123-5878-AD03-B1D1559C761D}" dt="2026-08-24T18:02:43.178" v="2125" actId="1076"/>
          <ac:spMkLst>
            <pc:docMk/>
            <pc:sldMk cId="1354492932" sldId="270"/>
            <ac:spMk id="7" creationId="{A62C9CA8-D870-613A-614B-9619EC79B936}"/>
          </ac:spMkLst>
        </pc:spChg>
        <pc:spChg chg="mod">
          <ac:chgData name="Rachit Khare" userId="815fd107-0bcb-4c63-8341-238d45449ad2" providerId="ADAL" clId="{CADEBF0B-9123-5878-AD03-B1D1559C761D}" dt="2026-08-24T18:01:34.830" v="2104" actId="1076"/>
          <ac:spMkLst>
            <pc:docMk/>
            <pc:sldMk cId="1354492932" sldId="270"/>
            <ac:spMk id="8" creationId="{A41D780C-9CA2-B9C2-62CA-AA8C289BB0B2}"/>
          </ac:spMkLst>
        </pc:spChg>
        <pc:spChg chg="mod">
          <ac:chgData name="Rachit Khare" userId="815fd107-0bcb-4c63-8341-238d45449ad2" providerId="ADAL" clId="{CADEBF0B-9123-5878-AD03-B1D1559C761D}" dt="2026-08-24T18:02:50.917" v="2127" actId="1076"/>
          <ac:spMkLst>
            <pc:docMk/>
            <pc:sldMk cId="1354492932" sldId="270"/>
            <ac:spMk id="9" creationId="{4BD80160-5838-A536-9676-59202C9ABC56}"/>
          </ac:spMkLst>
        </pc:spChg>
      </pc:sldChg>
      <pc:sldChg chg="modSp mod">
        <pc:chgData name="Rachit Khare" userId="815fd107-0bcb-4c63-8341-238d45449ad2" providerId="ADAL" clId="{CADEBF0B-9123-5878-AD03-B1D1559C761D}" dt="2026-08-24T18:10:23.229" v="2294" actId="1036"/>
        <pc:sldMkLst>
          <pc:docMk/>
          <pc:sldMk cId="4170901894" sldId="271"/>
        </pc:sldMkLst>
        <pc:graphicFrameChg chg="mod modGraphic">
          <ac:chgData name="Rachit Khare" userId="815fd107-0bcb-4c63-8341-238d45449ad2" providerId="ADAL" clId="{CADEBF0B-9123-5878-AD03-B1D1559C761D}" dt="2026-08-24T18:10:17.374" v="2286" actId="14100"/>
          <ac:graphicFrameMkLst>
            <pc:docMk/>
            <pc:sldMk cId="4170901894" sldId="271"/>
            <ac:graphicFrameMk id="3" creationId="{00000000-0000-0000-0000-000000000000}"/>
          </ac:graphicFrameMkLst>
        </pc:graphicFrameChg>
        <pc:graphicFrameChg chg="mod modGraphic">
          <ac:chgData name="Rachit Khare" userId="815fd107-0bcb-4c63-8341-238d45449ad2" providerId="ADAL" clId="{CADEBF0B-9123-5878-AD03-B1D1559C761D}" dt="2026-08-24T18:10:19.624" v="2287" actId="14100"/>
          <ac:graphicFrameMkLst>
            <pc:docMk/>
            <pc:sldMk cId="4170901894" sldId="271"/>
            <ac:graphicFrameMk id="4" creationId="{8B9CBE2F-E152-252D-73B8-B0962AB7D349}"/>
          </ac:graphicFrameMkLst>
        </pc:graphicFrameChg>
        <pc:picChg chg="mod">
          <ac:chgData name="Rachit Khare" userId="815fd107-0bcb-4c63-8341-238d45449ad2" providerId="ADAL" clId="{CADEBF0B-9123-5878-AD03-B1D1559C761D}" dt="2026-08-24T18:10:23.229" v="2294" actId="1036"/>
          <ac:picMkLst>
            <pc:docMk/>
            <pc:sldMk cId="4170901894" sldId="271"/>
            <ac:picMk id="5" creationId="{A19ADDE5-CAF9-3EE3-1622-D830ADB217E5}"/>
          </ac:picMkLst>
        </pc:picChg>
      </pc:sldChg>
      <pc:sldChg chg="addSp modSp mod">
        <pc:chgData name="Rachit Khare" userId="815fd107-0bcb-4c63-8341-238d45449ad2" providerId="ADAL" clId="{CADEBF0B-9123-5878-AD03-B1D1559C761D}" dt="2026-08-24T18:12:14.418" v="2339"/>
        <pc:sldMkLst>
          <pc:docMk/>
          <pc:sldMk cId="3886380755" sldId="272"/>
        </pc:sldMkLst>
        <pc:spChg chg="mod">
          <ac:chgData name="Rachit Khare" userId="815fd107-0bcb-4c63-8341-238d45449ad2" providerId="ADAL" clId="{CADEBF0B-9123-5878-AD03-B1D1559C761D}" dt="2026-08-24T18:12:14.418" v="2339"/>
          <ac:spMkLst>
            <pc:docMk/>
            <pc:sldMk cId="3886380755" sldId="272"/>
            <ac:spMk id="4" creationId="{38BD4252-84A1-3747-8D6A-480BDA8676FC}"/>
          </ac:spMkLst>
        </pc:spChg>
        <pc:spChg chg="add mod">
          <ac:chgData name="Rachit Khare" userId="815fd107-0bcb-4c63-8341-238d45449ad2" providerId="ADAL" clId="{CADEBF0B-9123-5878-AD03-B1D1559C761D}" dt="2026-08-24T18:11:07.528" v="2314" actId="1035"/>
          <ac:spMkLst>
            <pc:docMk/>
            <pc:sldMk cId="3886380755" sldId="272"/>
            <ac:spMk id="6" creationId="{DF051C3F-8A8C-98D5-682C-A40CF77F1957}"/>
          </ac:spMkLst>
        </pc:spChg>
      </pc:sldChg>
      <pc:sldChg chg="addSp delSp modSp mod">
        <pc:chgData name="Rachit Khare" userId="815fd107-0bcb-4c63-8341-238d45449ad2" providerId="ADAL" clId="{CADEBF0B-9123-5878-AD03-B1D1559C761D}" dt="2026-08-24T18:33:02.086" v="2515" actId="1076"/>
        <pc:sldMkLst>
          <pc:docMk/>
          <pc:sldMk cId="2357232374" sldId="273"/>
        </pc:sldMkLst>
        <pc:spChg chg="mod">
          <ac:chgData name="Rachit Khare" userId="815fd107-0bcb-4c63-8341-238d45449ad2" providerId="ADAL" clId="{CADEBF0B-9123-5878-AD03-B1D1559C761D}" dt="2026-08-24T18:32:52.909" v="2509" actId="20577"/>
          <ac:spMkLst>
            <pc:docMk/>
            <pc:sldMk cId="2357232374" sldId="273"/>
            <ac:spMk id="3" creationId="{65D1E53D-3E25-ACE0-55ED-1EE3B941741E}"/>
          </ac:spMkLst>
        </pc:spChg>
        <pc:spChg chg="add del mod">
          <ac:chgData name="Rachit Khare" userId="815fd107-0bcb-4c63-8341-238d45449ad2" providerId="ADAL" clId="{CADEBF0B-9123-5878-AD03-B1D1559C761D}" dt="2026-08-24T18:16:49.212" v="2404" actId="478"/>
          <ac:spMkLst>
            <pc:docMk/>
            <pc:sldMk cId="2357232374" sldId="273"/>
            <ac:spMk id="4" creationId="{F2267022-B149-606A-06D2-ABE3D4C5D22F}"/>
          </ac:spMkLst>
        </pc:spChg>
        <pc:spChg chg="mod">
          <ac:chgData name="Rachit Khare" userId="815fd107-0bcb-4c63-8341-238d45449ad2" providerId="ADAL" clId="{CADEBF0B-9123-5878-AD03-B1D1559C761D}" dt="2026-08-24T18:32:56.919" v="2514" actId="1035"/>
          <ac:spMkLst>
            <pc:docMk/>
            <pc:sldMk cId="2357232374" sldId="273"/>
            <ac:spMk id="5" creationId="{867A26B0-0F47-A99A-71F3-8B5598F46837}"/>
          </ac:spMkLst>
        </pc:spChg>
        <pc:spChg chg="add mod">
          <ac:chgData name="Rachit Khare" userId="815fd107-0bcb-4c63-8341-238d45449ad2" providerId="ADAL" clId="{CADEBF0B-9123-5878-AD03-B1D1559C761D}" dt="2026-08-24T18:32:56.919" v="2514" actId="1035"/>
          <ac:spMkLst>
            <pc:docMk/>
            <pc:sldMk cId="2357232374" sldId="273"/>
            <ac:spMk id="6" creationId="{C4FD56A7-10DB-2B77-823B-3716AFBC8978}"/>
          </ac:spMkLst>
        </pc:spChg>
        <pc:spChg chg="mod">
          <ac:chgData name="Rachit Khare" userId="815fd107-0bcb-4c63-8341-238d45449ad2" providerId="ADAL" clId="{CADEBF0B-9123-5878-AD03-B1D1559C761D}" dt="2026-08-24T18:33:02.086" v="2515" actId="1076"/>
          <ac:spMkLst>
            <pc:docMk/>
            <pc:sldMk cId="2357232374" sldId="273"/>
            <ac:spMk id="7" creationId="{581D7CC4-F63A-312F-5094-14CC3BD2CD16}"/>
          </ac:spMkLst>
        </pc:spChg>
      </pc:sldChg>
      <pc:sldChg chg="modSp mod">
        <pc:chgData name="Rachit Khare" userId="815fd107-0bcb-4c63-8341-238d45449ad2" providerId="ADAL" clId="{CADEBF0B-9123-5878-AD03-B1D1559C761D}" dt="2026-08-24T18:37:25.493" v="2635"/>
        <pc:sldMkLst>
          <pc:docMk/>
          <pc:sldMk cId="3867436085" sldId="274"/>
        </pc:sldMkLst>
        <pc:spChg chg="mod">
          <ac:chgData name="Rachit Khare" userId="815fd107-0bcb-4c63-8341-238d45449ad2" providerId="ADAL" clId="{CADEBF0B-9123-5878-AD03-B1D1559C761D}" dt="2026-08-24T18:37:25.493" v="2635"/>
          <ac:spMkLst>
            <pc:docMk/>
            <pc:sldMk cId="3867436085" sldId="274"/>
            <ac:spMk id="3" creationId="{6027F91E-F614-E825-325F-28F74626AA85}"/>
          </ac:spMkLst>
        </pc:spChg>
      </pc:sldChg>
      <pc:sldChg chg="modSp mod">
        <pc:chgData name="Rachit Khare" userId="815fd107-0bcb-4c63-8341-238d45449ad2" providerId="ADAL" clId="{CADEBF0B-9123-5878-AD03-B1D1559C761D}" dt="2026-08-24T17:27:57.105" v="1844" actId="20577"/>
        <pc:sldMkLst>
          <pc:docMk/>
          <pc:sldMk cId="2070177811" sldId="275"/>
        </pc:sldMkLst>
        <pc:spChg chg="mod">
          <ac:chgData name="Rachit Khare" userId="815fd107-0bcb-4c63-8341-238d45449ad2" providerId="ADAL" clId="{CADEBF0B-9123-5878-AD03-B1D1559C761D}" dt="2026-08-24T17:27:36.560" v="1836" actId="20577"/>
          <ac:spMkLst>
            <pc:docMk/>
            <pc:sldMk cId="2070177811" sldId="275"/>
            <ac:spMk id="3" creationId="{C93EE16C-5C82-229B-042F-0CAB77B2220D}"/>
          </ac:spMkLst>
        </pc:spChg>
        <pc:spChg chg="mod">
          <ac:chgData name="Rachit Khare" userId="815fd107-0bcb-4c63-8341-238d45449ad2" providerId="ADAL" clId="{CADEBF0B-9123-5878-AD03-B1D1559C761D}" dt="2026-08-24T17:27:57.105" v="1844" actId="20577"/>
          <ac:spMkLst>
            <pc:docMk/>
            <pc:sldMk cId="2070177811" sldId="275"/>
            <ac:spMk id="5" creationId="{B3AC6428-62BA-B103-315F-FAC4FCD70BF7}"/>
          </ac:spMkLst>
        </pc:spChg>
      </pc:sldChg>
      <pc:sldChg chg="addSp modSp mod">
        <pc:chgData name="Rachit Khare" userId="815fd107-0bcb-4c63-8341-238d45449ad2" providerId="ADAL" clId="{CADEBF0B-9123-5878-AD03-B1D1559C761D}" dt="2026-08-24T18:16:33.364" v="2401" actId="1038"/>
        <pc:sldMkLst>
          <pc:docMk/>
          <pc:sldMk cId="1302179210" sldId="278"/>
        </pc:sldMkLst>
        <pc:spChg chg="add mod">
          <ac:chgData name="Rachit Khare" userId="815fd107-0bcb-4c63-8341-238d45449ad2" providerId="ADAL" clId="{CADEBF0B-9123-5878-AD03-B1D1559C761D}" dt="2026-08-24T18:16:33.364" v="2401" actId="1038"/>
          <ac:spMkLst>
            <pc:docMk/>
            <pc:sldMk cId="1302179210" sldId="278"/>
            <ac:spMk id="4" creationId="{CCA3AD93-63FB-AF3E-A95F-1CB0E4384357}"/>
          </ac:spMkLst>
        </pc:spChg>
        <pc:spChg chg="add mod">
          <ac:chgData name="Rachit Khare" userId="815fd107-0bcb-4c63-8341-238d45449ad2" providerId="ADAL" clId="{CADEBF0B-9123-5878-AD03-B1D1559C761D}" dt="2026-08-24T18:16:33.364" v="2401" actId="1038"/>
          <ac:spMkLst>
            <pc:docMk/>
            <pc:sldMk cId="1302179210" sldId="278"/>
            <ac:spMk id="5" creationId="{87EDA183-7021-EF73-B102-8912E241B043}"/>
          </ac:spMkLst>
        </pc:spChg>
        <pc:spChg chg="add mod">
          <ac:chgData name="Rachit Khare" userId="815fd107-0bcb-4c63-8341-238d45449ad2" providerId="ADAL" clId="{CADEBF0B-9123-5878-AD03-B1D1559C761D}" dt="2026-08-24T18:16:33.364" v="2401" actId="1038"/>
          <ac:spMkLst>
            <pc:docMk/>
            <pc:sldMk cId="1302179210" sldId="278"/>
            <ac:spMk id="6" creationId="{0A490D6C-24CD-2DEB-1F1E-3004F5A5A74B}"/>
          </ac:spMkLst>
        </pc:spChg>
        <pc:spChg chg="mod">
          <ac:chgData name="Rachit Khare" userId="815fd107-0bcb-4c63-8341-238d45449ad2" providerId="ADAL" clId="{CADEBF0B-9123-5878-AD03-B1D1559C761D}" dt="2026-08-24T18:16:33.364" v="2401" actId="1038"/>
          <ac:spMkLst>
            <pc:docMk/>
            <pc:sldMk cId="1302179210" sldId="278"/>
            <ac:spMk id="10" creationId="{C8F4EBE5-5F3B-E4EA-CCD4-90E13011F54B}"/>
          </ac:spMkLst>
        </pc:spChg>
        <pc:spChg chg="mod">
          <ac:chgData name="Rachit Khare" userId="815fd107-0bcb-4c63-8341-238d45449ad2" providerId="ADAL" clId="{CADEBF0B-9123-5878-AD03-B1D1559C761D}" dt="2026-08-24T18:16:33.364" v="2401" actId="1038"/>
          <ac:spMkLst>
            <pc:docMk/>
            <pc:sldMk cId="1302179210" sldId="278"/>
            <ac:spMk id="12" creationId="{0183A8FD-E5B8-C0AE-A7D7-BDFDDC59AE44}"/>
          </ac:spMkLst>
        </pc:spChg>
        <pc:spChg chg="mod">
          <ac:chgData name="Rachit Khare" userId="815fd107-0bcb-4c63-8341-238d45449ad2" providerId="ADAL" clId="{CADEBF0B-9123-5878-AD03-B1D1559C761D}" dt="2026-08-24T18:16:33.364" v="2401" actId="1038"/>
          <ac:spMkLst>
            <pc:docMk/>
            <pc:sldMk cId="1302179210" sldId="278"/>
            <ac:spMk id="14" creationId="{5D7DF9BE-6FC4-E6FE-ACF2-F2578FCC8303}"/>
          </ac:spMkLst>
        </pc:spChg>
        <pc:graphicFrameChg chg="mod modGraphic">
          <ac:chgData name="Rachit Khare" userId="815fd107-0bcb-4c63-8341-238d45449ad2" providerId="ADAL" clId="{CADEBF0B-9123-5878-AD03-B1D1559C761D}" dt="2026-08-24T18:16:29.325" v="2391" actId="1076"/>
          <ac:graphicFrameMkLst>
            <pc:docMk/>
            <pc:sldMk cId="1302179210" sldId="278"/>
            <ac:graphicFrameMk id="3" creationId="{501A3EA3-3218-EEC4-F380-BE4FF9F376FE}"/>
          </ac:graphicFrameMkLst>
        </pc:graphicFrameChg>
      </pc:sldChg>
      <pc:sldChg chg="addSp modSp mod">
        <pc:chgData name="Rachit Khare" userId="815fd107-0bcb-4c63-8341-238d45449ad2" providerId="ADAL" clId="{CADEBF0B-9123-5878-AD03-B1D1559C761D}" dt="2026-08-24T18:36:25.415" v="2630" actId="20577"/>
        <pc:sldMkLst>
          <pc:docMk/>
          <pc:sldMk cId="2737886115" sldId="279"/>
        </pc:sldMkLst>
        <pc:spChg chg="mod">
          <ac:chgData name="Rachit Khare" userId="815fd107-0bcb-4c63-8341-238d45449ad2" providerId="ADAL" clId="{CADEBF0B-9123-5878-AD03-B1D1559C761D}" dt="2026-08-24T18:36:13.102" v="2624" actId="20577"/>
          <ac:spMkLst>
            <pc:docMk/>
            <pc:sldMk cId="2737886115" sldId="279"/>
            <ac:spMk id="3" creationId="{19AB15DE-2587-45F7-70EB-23FC5EE1843B}"/>
          </ac:spMkLst>
        </pc:spChg>
        <pc:spChg chg="add mod">
          <ac:chgData name="Rachit Khare" userId="815fd107-0bcb-4c63-8341-238d45449ad2" providerId="ADAL" clId="{CADEBF0B-9123-5878-AD03-B1D1559C761D}" dt="2026-08-24T18:35:08.257" v="2562" actId="20577"/>
          <ac:spMkLst>
            <pc:docMk/>
            <pc:sldMk cId="2737886115" sldId="279"/>
            <ac:spMk id="5" creationId="{3EDFF34E-C649-414A-B1E9-9219A96CC571}"/>
          </ac:spMkLst>
        </pc:spChg>
        <pc:spChg chg="add mod">
          <ac:chgData name="Rachit Khare" userId="815fd107-0bcb-4c63-8341-238d45449ad2" providerId="ADAL" clId="{CADEBF0B-9123-5878-AD03-B1D1559C761D}" dt="2026-08-24T18:34:54.165" v="2553" actId="1036"/>
          <ac:spMkLst>
            <pc:docMk/>
            <pc:sldMk cId="2737886115" sldId="279"/>
            <ac:spMk id="6" creationId="{2421ACD5-CBD9-828B-A08A-39F4C4DFE761}"/>
          </ac:spMkLst>
        </pc:spChg>
        <pc:spChg chg="add mod">
          <ac:chgData name="Rachit Khare" userId="815fd107-0bcb-4c63-8341-238d45449ad2" providerId="ADAL" clId="{CADEBF0B-9123-5878-AD03-B1D1559C761D}" dt="2026-08-24T18:36:25.415" v="2630" actId="20577"/>
          <ac:spMkLst>
            <pc:docMk/>
            <pc:sldMk cId="2737886115" sldId="279"/>
            <ac:spMk id="8" creationId="{4B9B19C0-FA1B-B27E-5CAF-96B412E6B34E}"/>
          </ac:spMkLst>
        </pc:spChg>
      </pc:sldChg>
      <pc:sldChg chg="addSp modSp mod">
        <pc:chgData name="Rachit Khare" userId="815fd107-0bcb-4c63-8341-238d45449ad2" providerId="ADAL" clId="{CADEBF0B-9123-5878-AD03-B1D1559C761D}" dt="2026-08-24T18:06:53.161" v="2231" actId="20577"/>
        <pc:sldMkLst>
          <pc:docMk/>
          <pc:sldMk cId="1447667651" sldId="280"/>
        </pc:sldMkLst>
        <pc:spChg chg="add mod">
          <ac:chgData name="Rachit Khare" userId="815fd107-0bcb-4c63-8341-238d45449ad2" providerId="ADAL" clId="{CADEBF0B-9123-5878-AD03-B1D1559C761D}" dt="2026-08-24T18:04:40.287" v="2159" actId="14100"/>
          <ac:spMkLst>
            <pc:docMk/>
            <pc:sldMk cId="1447667651" sldId="280"/>
            <ac:spMk id="3" creationId="{E2922FCE-CDCC-FD9F-B5AF-92B9DA121BFB}"/>
          </ac:spMkLst>
        </pc:spChg>
        <pc:spChg chg="mod">
          <ac:chgData name="Rachit Khare" userId="815fd107-0bcb-4c63-8341-238d45449ad2" providerId="ADAL" clId="{CADEBF0B-9123-5878-AD03-B1D1559C761D}" dt="2026-08-24T18:06:17.048" v="2185" actId="5793"/>
          <ac:spMkLst>
            <pc:docMk/>
            <pc:sldMk cId="1447667651" sldId="280"/>
            <ac:spMk id="4" creationId="{CB4A3607-1787-2DA6-FAE7-6BEBA838E61B}"/>
          </ac:spMkLst>
        </pc:spChg>
        <pc:spChg chg="mod">
          <ac:chgData name="Rachit Khare" userId="815fd107-0bcb-4c63-8341-238d45449ad2" providerId="ADAL" clId="{CADEBF0B-9123-5878-AD03-B1D1559C761D}" dt="2026-08-24T18:06:52.054" v="2230" actId="20577"/>
          <ac:spMkLst>
            <pc:docMk/>
            <pc:sldMk cId="1447667651" sldId="280"/>
            <ac:spMk id="5" creationId="{FD636544-7412-5412-BE00-BD1D5F88527D}"/>
          </ac:spMkLst>
        </pc:spChg>
        <pc:spChg chg="add mod">
          <ac:chgData name="Rachit Khare" userId="815fd107-0bcb-4c63-8341-238d45449ad2" providerId="ADAL" clId="{CADEBF0B-9123-5878-AD03-B1D1559C761D}" dt="2026-08-24T18:04:57.326" v="2162" actId="1076"/>
          <ac:spMkLst>
            <pc:docMk/>
            <pc:sldMk cId="1447667651" sldId="280"/>
            <ac:spMk id="6" creationId="{17985E8F-CE61-3522-0016-91BD7942C800}"/>
          </ac:spMkLst>
        </pc:spChg>
        <pc:spChg chg="mod">
          <ac:chgData name="Rachit Khare" userId="815fd107-0bcb-4c63-8341-238d45449ad2" providerId="ADAL" clId="{CADEBF0B-9123-5878-AD03-B1D1559C761D}" dt="2026-08-24T18:06:53.161" v="2231" actId="20577"/>
          <ac:spMkLst>
            <pc:docMk/>
            <pc:sldMk cId="1447667651" sldId="280"/>
            <ac:spMk id="7" creationId="{7B561872-8708-7E29-7BF8-3C94793638CE}"/>
          </ac:spMkLst>
        </pc:spChg>
        <pc:grpChg chg="add mod">
          <ac:chgData name="Rachit Khare" userId="815fd107-0bcb-4c63-8341-238d45449ad2" providerId="ADAL" clId="{CADEBF0B-9123-5878-AD03-B1D1559C761D}" dt="2026-08-24T18:06:45.105" v="2229" actId="1035"/>
          <ac:grpSpMkLst>
            <pc:docMk/>
            <pc:sldMk cId="1447667651" sldId="280"/>
            <ac:grpSpMk id="8" creationId="{68E1F6A4-D68C-C355-1102-AF6B0342B4B7}"/>
          </ac:grpSpMkLst>
        </pc:grpChg>
        <pc:grpChg chg="add mod">
          <ac:chgData name="Rachit Khare" userId="815fd107-0bcb-4c63-8341-238d45449ad2" providerId="ADAL" clId="{CADEBF0B-9123-5878-AD03-B1D1559C761D}" dt="2026-08-24T18:06:42.401" v="2228" actId="1036"/>
          <ac:grpSpMkLst>
            <pc:docMk/>
            <pc:sldMk cId="1447667651" sldId="280"/>
            <ac:grpSpMk id="9" creationId="{16A37997-4312-A5F6-BB1A-0E9819F26193}"/>
          </ac:grpSpMkLst>
        </pc:grpChg>
      </pc:sldChg>
      <pc:sldChg chg="modSp mod">
        <pc:chgData name="Rachit Khare" userId="815fd107-0bcb-4c63-8341-238d45449ad2" providerId="ADAL" clId="{CADEBF0B-9123-5878-AD03-B1D1559C761D}" dt="2026-08-24T18:09:19.560" v="2273" actId="20577"/>
        <pc:sldMkLst>
          <pc:docMk/>
          <pc:sldMk cId="0" sldId="282"/>
        </pc:sldMkLst>
        <pc:spChg chg="mod">
          <ac:chgData name="Rachit Khare" userId="815fd107-0bcb-4c63-8341-238d45449ad2" providerId="ADAL" clId="{CADEBF0B-9123-5878-AD03-B1D1559C761D}" dt="2026-08-24T18:09:05.272" v="2268" actId="1076"/>
          <ac:spMkLst>
            <pc:docMk/>
            <pc:sldMk cId="0" sldId="282"/>
            <ac:spMk id="6" creationId="{7166BD78-0C03-D54F-9425-FB262D8B7A4A}"/>
          </ac:spMkLst>
        </pc:spChg>
        <pc:graphicFrameChg chg="mod modGraphic">
          <ac:chgData name="Rachit Khare" userId="815fd107-0bcb-4c63-8341-238d45449ad2" providerId="ADAL" clId="{CADEBF0B-9123-5878-AD03-B1D1559C761D}" dt="2026-08-24T18:09:19.560" v="2273" actId="20577"/>
          <ac:graphicFrameMkLst>
            <pc:docMk/>
            <pc:sldMk cId="0" sldId="282"/>
            <ac:graphicFrameMk id="3" creationId="{00000000-0000-0000-0000-000000000000}"/>
          </ac:graphicFrameMkLst>
        </pc:graphicFrameChg>
      </pc:sldChg>
    </pc:docChg>
  </pc:docChgLst>
  <pc:docChgLst>
    <pc:chgData name="Rachit Khare" userId="815fd107-0bcb-4c63-8341-238d45449ad2" providerId="ADAL" clId="{13494D09-E51A-553A-8C32-6FFF3B883E9E}"/>
    <pc:docChg chg="undo redo custSel mod addSld delSld modSld sldOrd modMainMaster modShowInfo">
      <pc:chgData name="Rachit Khare" userId="815fd107-0bcb-4c63-8341-238d45449ad2" providerId="ADAL" clId="{13494D09-E51A-553A-8C32-6FFF3B883E9E}" dt="2026-08-24T10:09:00.751" v="9802" actId="20577"/>
      <pc:docMkLst>
        <pc:docMk/>
      </pc:docMkLst>
      <pc:sldChg chg="addSp delSp modSp mod">
        <pc:chgData name="Rachit Khare" userId="815fd107-0bcb-4c63-8341-238d45449ad2" providerId="ADAL" clId="{13494D09-E51A-553A-8C32-6FFF3B883E9E}" dt="2026-08-24T09:04:42.688" v="9702" actId="20578"/>
        <pc:sldMkLst>
          <pc:docMk/>
          <pc:sldMk cId="3070061881" sldId="256"/>
        </pc:sldMkLst>
        <pc:spChg chg="mod">
          <ac:chgData name="Rachit Khare" userId="815fd107-0bcb-4c63-8341-238d45449ad2" providerId="ADAL" clId="{13494D09-E51A-553A-8C32-6FFF3B883E9E}" dt="2026-08-24T09:04:42.688" v="9702" actId="20578"/>
          <ac:spMkLst>
            <pc:docMk/>
            <pc:sldMk cId="3070061881" sldId="256"/>
            <ac:spMk id="5" creationId="{C68157C6-DBC8-34B1-C246-CEFC686F50CE}"/>
          </ac:spMkLst>
        </pc:spChg>
        <pc:spChg chg="mod">
          <ac:chgData name="Rachit Khare" userId="815fd107-0bcb-4c63-8341-238d45449ad2" providerId="ADAL" clId="{13494D09-E51A-553A-8C32-6FFF3B883E9E}" dt="2026-08-23T14:06:33.038" v="6600" actId="115"/>
          <ac:spMkLst>
            <pc:docMk/>
            <pc:sldMk cId="3070061881" sldId="256"/>
            <ac:spMk id="6" creationId="{817C7B4B-A0EF-7B3E-90DC-0CFC588F6BBF}"/>
          </ac:spMkLst>
        </pc:spChg>
        <pc:spChg chg="mod">
          <ac:chgData name="Rachit Khare" userId="815fd107-0bcb-4c63-8341-238d45449ad2" providerId="ADAL" clId="{13494D09-E51A-553A-8C32-6FFF3B883E9E}" dt="2026-08-23T14:00:37.956" v="6399" actId="20577"/>
          <ac:spMkLst>
            <pc:docMk/>
            <pc:sldMk cId="3070061881" sldId="256"/>
            <ac:spMk id="9" creationId="{F0BB75F8-7E50-26DC-AAEA-DF9F708A9B32}"/>
          </ac:spMkLst>
        </pc:spChg>
      </pc:sldChg>
      <pc:sldChg chg="add">
        <pc:chgData name="Rachit Khare" userId="815fd107-0bcb-4c63-8341-238d45449ad2" providerId="ADAL" clId="{13494D09-E51A-553A-8C32-6FFF3B883E9E}" dt="2026-08-24T08:58:17.604" v="9678"/>
        <pc:sldMkLst>
          <pc:docMk/>
          <pc:sldMk cId="2905454177" sldId="257"/>
        </pc:sldMkLst>
      </pc:sldChg>
      <pc:sldChg chg="add del">
        <pc:chgData name="Rachit Khare" userId="815fd107-0bcb-4c63-8341-238d45449ad2" providerId="ADAL" clId="{13494D09-E51A-553A-8C32-6FFF3B883E9E}" dt="2026-08-24T08:58:17.604" v="9678"/>
        <pc:sldMkLst>
          <pc:docMk/>
          <pc:sldMk cId="2905454177" sldId="258"/>
        </pc:sldMkLst>
      </pc:sldChg>
      <pc:sldChg chg="add">
        <pc:chgData name="Rachit Khare" userId="815fd107-0bcb-4c63-8341-238d45449ad2" providerId="ADAL" clId="{13494D09-E51A-553A-8C32-6FFF3B883E9E}" dt="2026-08-24T08:58:17.604" v="9678"/>
        <pc:sldMkLst>
          <pc:docMk/>
          <pc:sldMk cId="2905454177" sldId="259"/>
        </pc:sldMkLst>
      </pc:sldChg>
      <pc:sldChg chg="add">
        <pc:chgData name="Rachit Khare" userId="815fd107-0bcb-4c63-8341-238d45449ad2" providerId="ADAL" clId="{13494D09-E51A-553A-8C32-6FFF3B883E9E}" dt="2026-08-24T08:58:17.604" v="9678"/>
        <pc:sldMkLst>
          <pc:docMk/>
          <pc:sldMk cId="2905454177" sldId="260"/>
        </pc:sldMkLst>
      </pc:sldChg>
      <pc:sldChg chg="add">
        <pc:chgData name="Rachit Khare" userId="815fd107-0bcb-4c63-8341-238d45449ad2" providerId="ADAL" clId="{13494D09-E51A-553A-8C32-6FFF3B883E9E}" dt="2026-08-24T08:58:17.604" v="9678"/>
        <pc:sldMkLst>
          <pc:docMk/>
          <pc:sldMk cId="2905454177" sldId="261"/>
        </pc:sldMkLst>
      </pc:sldChg>
      <pc:sldChg chg="add">
        <pc:chgData name="Rachit Khare" userId="815fd107-0bcb-4c63-8341-238d45449ad2" providerId="ADAL" clId="{13494D09-E51A-553A-8C32-6FFF3B883E9E}" dt="2026-08-24T08:58:17.604" v="9678"/>
        <pc:sldMkLst>
          <pc:docMk/>
          <pc:sldMk cId="2905454177" sldId="262"/>
        </pc:sldMkLst>
      </pc:sldChg>
      <pc:sldChg chg="addSp delSp modSp add del mod modShow">
        <pc:chgData name="Rachit Khare" userId="815fd107-0bcb-4c63-8341-238d45449ad2" providerId="ADAL" clId="{13494D09-E51A-553A-8C32-6FFF3B883E9E}" dt="2026-08-23T14:01:22.089" v="6469" actId="2696"/>
        <pc:sldMkLst>
          <pc:docMk/>
          <pc:sldMk cId="116698988" sldId="263"/>
        </pc:sldMkLst>
        <pc:spChg chg="mod">
          <ac:chgData name="Rachit Khare" userId="815fd107-0bcb-4c63-8341-238d45449ad2" providerId="ADAL" clId="{13494D09-E51A-553A-8C32-6FFF3B883E9E}" dt="2026-08-15T13:19:50.862" v="309" actId="20577"/>
          <ac:spMkLst>
            <pc:docMk/>
            <pc:sldMk cId="116698988" sldId="263"/>
            <ac:spMk id="8" creationId="{5E5B5285-A3E9-65B4-95F5-EACF94936CE2}"/>
          </ac:spMkLst>
        </pc:spChg>
        <pc:graphicFrameChg chg="add mod">
          <ac:chgData name="Rachit Khare" userId="815fd107-0bcb-4c63-8341-238d45449ad2" providerId="ADAL" clId="{13494D09-E51A-553A-8C32-6FFF3B883E9E}" dt="2026-08-15T13:20:03.383" v="312" actId="14100"/>
          <ac:graphicFrameMkLst>
            <pc:docMk/>
            <pc:sldMk cId="116698988" sldId="263"/>
            <ac:graphicFrameMk id="2" creationId="{9A308380-A2DF-60AE-6B1C-7916F7EF2FA1}"/>
          </ac:graphicFrameMkLst>
        </pc:graphicFrameChg>
      </pc:sldChg>
      <pc:sldChg chg="addSp delSp modSp new mod">
        <pc:chgData name="Rachit Khare" userId="815fd107-0bcb-4c63-8341-238d45449ad2" providerId="ADAL" clId="{13494D09-E51A-553A-8C32-6FFF3B883E9E}" dt="2026-08-24T10:04:46.436" v="9747" actId="1076"/>
        <pc:sldMkLst>
          <pc:docMk/>
          <pc:sldMk cId="2804837368" sldId="264"/>
        </pc:sldMkLst>
        <pc:spChg chg="mod">
          <ac:chgData name="Rachit Khare" userId="815fd107-0bcb-4c63-8341-238d45449ad2" providerId="ADAL" clId="{13494D09-E51A-553A-8C32-6FFF3B883E9E}" dt="2026-08-24T04:44:29.725" v="7320" actId="20577"/>
          <ac:spMkLst>
            <pc:docMk/>
            <pc:sldMk cId="2804837368" sldId="264"/>
            <ac:spMk id="2" creationId="{21B686A7-FD11-3913-19A9-5375A07FFF92}"/>
          </ac:spMkLst>
        </pc:spChg>
        <pc:spChg chg="add del mod">
          <ac:chgData name="Rachit Khare" userId="815fd107-0bcb-4c63-8341-238d45449ad2" providerId="ADAL" clId="{13494D09-E51A-553A-8C32-6FFF3B883E9E}" dt="2026-08-24T06:08:49.456" v="9117" actId="478"/>
          <ac:spMkLst>
            <pc:docMk/>
            <pc:sldMk cId="2804837368" sldId="264"/>
            <ac:spMk id="3" creationId="{58445D86-BCAF-218B-6F95-4644FE60F9F8}"/>
          </ac:spMkLst>
        </pc:spChg>
        <pc:spChg chg="add mod">
          <ac:chgData name="Rachit Khare" userId="815fd107-0bcb-4c63-8341-238d45449ad2" providerId="ADAL" clId="{13494D09-E51A-553A-8C32-6FFF3B883E9E}" dt="2026-08-24T10:04:34.210" v="9745" actId="20577"/>
          <ac:spMkLst>
            <pc:docMk/>
            <pc:sldMk cId="2804837368" sldId="264"/>
            <ac:spMk id="3" creationId="{A7F7414A-2579-B3CF-2782-15E70FDEF3EA}"/>
          </ac:spMkLst>
        </pc:spChg>
        <pc:spChg chg="add del mod">
          <ac:chgData name="Rachit Khare" userId="815fd107-0bcb-4c63-8341-238d45449ad2" providerId="ADAL" clId="{13494D09-E51A-553A-8C32-6FFF3B883E9E}" dt="2026-08-24T04:44:36.606" v="7325" actId="478"/>
          <ac:spMkLst>
            <pc:docMk/>
            <pc:sldMk cId="2804837368" sldId="264"/>
            <ac:spMk id="4" creationId="{40CFA1DA-C3F9-FDCD-FED1-44763F7C7EFA}"/>
          </ac:spMkLst>
        </pc:spChg>
        <pc:spChg chg="add del mod">
          <ac:chgData name="Rachit Khare" userId="815fd107-0bcb-4c63-8341-238d45449ad2" providerId="ADAL" clId="{13494D09-E51A-553A-8C32-6FFF3B883E9E}" dt="2026-08-24T04:44:38.217" v="7326" actId="478"/>
          <ac:spMkLst>
            <pc:docMk/>
            <pc:sldMk cId="2804837368" sldId="264"/>
            <ac:spMk id="5" creationId="{5E14B44B-F72D-5AA8-B1F3-CFBE561C8635}"/>
          </ac:spMkLst>
        </pc:spChg>
        <pc:spChg chg="add mod">
          <ac:chgData name="Rachit Khare" userId="815fd107-0bcb-4c63-8341-238d45449ad2" providerId="ADAL" clId="{13494D09-E51A-553A-8C32-6FFF3B883E9E}" dt="2026-08-24T10:04:46.436" v="9747" actId="1076"/>
          <ac:spMkLst>
            <pc:docMk/>
            <pc:sldMk cId="2804837368" sldId="264"/>
            <ac:spMk id="6" creationId="{A619DD20-13DC-AB57-49B2-75FFDD2795D8}"/>
          </ac:spMkLst>
        </pc:spChg>
        <pc:spChg chg="add mod">
          <ac:chgData name="Rachit Khare" userId="815fd107-0bcb-4c63-8341-238d45449ad2" providerId="ADAL" clId="{13494D09-E51A-553A-8C32-6FFF3B883E9E}" dt="2026-08-24T08:25:29.755" v="9513" actId="767"/>
          <ac:spMkLst>
            <pc:docMk/>
            <pc:sldMk cId="2804837368" sldId="264"/>
            <ac:spMk id="7" creationId="{AB9831CD-440E-51F3-7191-ECBD36DE81DB}"/>
          </ac:spMkLst>
        </pc:spChg>
        <pc:picChg chg="add mod">
          <ac:chgData name="Rachit Khare" userId="815fd107-0bcb-4c63-8341-238d45449ad2" providerId="ADAL" clId="{13494D09-E51A-553A-8C32-6FFF3B883E9E}" dt="2026-08-24T08:24:20.025" v="9488" actId="1076"/>
          <ac:picMkLst>
            <pc:docMk/>
            <pc:sldMk cId="2804837368" sldId="264"/>
            <ac:picMk id="4" creationId="{3F3CA0EA-6DED-2882-EB69-6434B36C1727}"/>
          </ac:picMkLst>
        </pc:picChg>
      </pc:sldChg>
      <pc:sldChg chg="addSp delSp modSp new mod">
        <pc:chgData name="Rachit Khare" userId="815fd107-0bcb-4c63-8341-238d45449ad2" providerId="ADAL" clId="{13494D09-E51A-553A-8C32-6FFF3B883E9E}" dt="2026-08-24T08:28:21.624" v="9644" actId="404"/>
        <pc:sldMkLst>
          <pc:docMk/>
          <pc:sldMk cId="2908406118" sldId="265"/>
        </pc:sldMkLst>
        <pc:spChg chg="mod">
          <ac:chgData name="Rachit Khare" userId="815fd107-0bcb-4c63-8341-238d45449ad2" providerId="ADAL" clId="{13494D09-E51A-553A-8C32-6FFF3B883E9E}" dt="2026-08-23T14:39:23.484" v="6945" actId="20577"/>
          <ac:spMkLst>
            <pc:docMk/>
            <pc:sldMk cId="2908406118" sldId="265"/>
            <ac:spMk id="2" creationId="{C2C4280E-D49C-6BBD-BEDB-C8BE7A428228}"/>
          </ac:spMkLst>
        </pc:spChg>
        <pc:spChg chg="add mod">
          <ac:chgData name="Rachit Khare" userId="815fd107-0bcb-4c63-8341-238d45449ad2" providerId="ADAL" clId="{13494D09-E51A-553A-8C32-6FFF3B883E9E}" dt="2026-08-23T14:48:05.412" v="6992" actId="403"/>
          <ac:spMkLst>
            <pc:docMk/>
            <pc:sldMk cId="2908406118" sldId="265"/>
            <ac:spMk id="4" creationId="{59119AD3-5EAE-295C-6B0E-BEC115D2DCB8}"/>
          </ac:spMkLst>
        </pc:spChg>
        <pc:graphicFrameChg chg="add mod modGraphic">
          <ac:chgData name="Rachit Khare" userId="815fd107-0bcb-4c63-8341-238d45449ad2" providerId="ADAL" clId="{13494D09-E51A-553A-8C32-6FFF3B883E9E}" dt="2026-08-24T08:28:21.624" v="9644" actId="404"/>
          <ac:graphicFrameMkLst>
            <pc:docMk/>
            <pc:sldMk cId="2908406118" sldId="265"/>
            <ac:graphicFrameMk id="5" creationId="{00000000-0000-0000-0000-000000000000}"/>
          </ac:graphicFrameMkLst>
        </pc:graphicFrameChg>
      </pc:sldChg>
      <pc:sldChg chg="addSp delSp modSp add mod">
        <pc:chgData name="Rachit Khare" userId="815fd107-0bcb-4c63-8341-238d45449ad2" providerId="ADAL" clId="{13494D09-E51A-553A-8C32-6FFF3B883E9E}" dt="2026-08-24T10:05:09.567" v="9750" actId="1076"/>
        <pc:sldMkLst>
          <pc:docMk/>
          <pc:sldMk cId="4006799261" sldId="266"/>
        </pc:sldMkLst>
        <pc:spChg chg="mod">
          <ac:chgData name="Rachit Khare" userId="815fd107-0bcb-4c63-8341-238d45449ad2" providerId="ADAL" clId="{13494D09-E51A-553A-8C32-6FFF3B883E9E}" dt="2026-08-23T14:46:31.513" v="6975" actId="20577"/>
          <ac:spMkLst>
            <pc:docMk/>
            <pc:sldMk cId="4006799261" sldId="266"/>
            <ac:spMk id="2" creationId="{F89ED01D-46DE-BA16-1A34-3004F4B50C19}"/>
          </ac:spMkLst>
        </pc:spChg>
        <pc:spChg chg="add mod">
          <ac:chgData name="Rachit Khare" userId="815fd107-0bcb-4c63-8341-238d45449ad2" providerId="ADAL" clId="{13494D09-E51A-553A-8C32-6FFF3B883E9E}" dt="2026-08-24T10:05:09.567" v="9750" actId="1076"/>
          <ac:spMkLst>
            <pc:docMk/>
            <pc:sldMk cId="4006799261" sldId="266"/>
            <ac:spMk id="4" creationId="{402AA25F-E028-B136-7CAF-47AA28EB9615}"/>
          </ac:spMkLst>
        </pc:spChg>
        <pc:graphicFrameChg chg="add mod modGraphic">
          <ac:chgData name="Rachit Khare" userId="815fd107-0bcb-4c63-8341-238d45449ad2" providerId="ADAL" clId="{13494D09-E51A-553A-8C32-6FFF3B883E9E}" dt="2026-08-24T10:05:06.281" v="9749" actId="1076"/>
          <ac:graphicFrameMkLst>
            <pc:docMk/>
            <pc:sldMk cId="4006799261" sldId="266"/>
            <ac:graphicFrameMk id="5" creationId="{00000000-0000-0000-0000-000000000000}"/>
          </ac:graphicFrameMkLst>
        </pc:graphicFrameChg>
      </pc:sldChg>
      <pc:sldChg chg="addSp delSp modSp add mod">
        <pc:chgData name="Rachit Khare" userId="815fd107-0bcb-4c63-8341-238d45449ad2" providerId="ADAL" clId="{13494D09-E51A-553A-8C32-6FFF3B883E9E}" dt="2026-08-24T10:05:02.377" v="9748" actId="1076"/>
        <pc:sldMkLst>
          <pc:docMk/>
          <pc:sldMk cId="1850173453" sldId="267"/>
        </pc:sldMkLst>
        <pc:spChg chg="mod">
          <ac:chgData name="Rachit Khare" userId="815fd107-0bcb-4c63-8341-238d45449ad2" providerId="ADAL" clId="{13494D09-E51A-553A-8C32-6FFF3B883E9E}" dt="2026-08-23T14:56:34.414" v="7111" actId="20577"/>
          <ac:spMkLst>
            <pc:docMk/>
            <pc:sldMk cId="1850173453" sldId="267"/>
            <ac:spMk id="2" creationId="{5DC8FDB8-11A5-6292-470B-E8DF487856BD}"/>
          </ac:spMkLst>
        </pc:spChg>
        <pc:spChg chg="add mod">
          <ac:chgData name="Rachit Khare" userId="815fd107-0bcb-4c63-8341-238d45449ad2" providerId="ADAL" clId="{13494D09-E51A-553A-8C32-6FFF3B883E9E}" dt="2026-08-23T14:59:49.033" v="7163" actId="14100"/>
          <ac:spMkLst>
            <pc:docMk/>
            <pc:sldMk cId="1850173453" sldId="267"/>
            <ac:spMk id="6" creationId="{3961BFC6-D4F4-402A-0E03-45B972853208}"/>
          </ac:spMkLst>
        </pc:spChg>
        <pc:graphicFrameChg chg="add mod modGraphic">
          <ac:chgData name="Rachit Khare" userId="815fd107-0bcb-4c63-8341-238d45449ad2" providerId="ADAL" clId="{13494D09-E51A-553A-8C32-6FFF3B883E9E}" dt="2026-08-24T10:05:02.377" v="9748" actId="1076"/>
          <ac:graphicFrameMkLst>
            <pc:docMk/>
            <pc:sldMk cId="1850173453" sldId="267"/>
            <ac:graphicFrameMk id="3" creationId="{00000000-0000-0000-0000-000000000000}"/>
          </ac:graphicFrameMkLst>
        </pc:graphicFrameChg>
      </pc:sldChg>
      <pc:sldChg chg="delSp modSp add mod">
        <pc:chgData name="Rachit Khare" userId="815fd107-0bcb-4c63-8341-238d45449ad2" providerId="ADAL" clId="{13494D09-E51A-553A-8C32-6FFF3B883E9E}" dt="2026-08-24T10:05:48.731" v="9762" actId="1076"/>
        <pc:sldMkLst>
          <pc:docMk/>
          <pc:sldMk cId="3460916982" sldId="268"/>
        </pc:sldMkLst>
        <pc:graphicFrameChg chg="mod modGraphic">
          <ac:chgData name="Rachit Khare" userId="815fd107-0bcb-4c63-8341-238d45449ad2" providerId="ADAL" clId="{13494D09-E51A-553A-8C32-6FFF3B883E9E}" dt="2026-08-24T10:05:48.352" v="9761" actId="1076"/>
          <ac:graphicFrameMkLst>
            <pc:docMk/>
            <pc:sldMk cId="3460916982" sldId="268"/>
            <ac:graphicFrameMk id="3" creationId="{00000000-0000-0000-0000-000000000000}"/>
          </ac:graphicFrameMkLst>
        </pc:graphicFrameChg>
        <pc:graphicFrameChg chg="mod modGraphic">
          <ac:chgData name="Rachit Khare" userId="815fd107-0bcb-4c63-8341-238d45449ad2" providerId="ADAL" clId="{13494D09-E51A-553A-8C32-6FFF3B883E9E}" dt="2026-08-24T10:05:48.731" v="9762" actId="1076"/>
          <ac:graphicFrameMkLst>
            <pc:docMk/>
            <pc:sldMk cId="3460916982" sldId="268"/>
            <ac:graphicFrameMk id="4" creationId="{2989BF0F-9650-2DE7-7973-F4A9549828A8}"/>
          </ac:graphicFrameMkLst>
        </pc:graphicFrameChg>
      </pc:sldChg>
      <pc:sldChg chg="addSp modSp mod">
        <pc:chgData name="Rachit Khare" userId="815fd107-0bcb-4c63-8341-238d45449ad2" providerId="ADAL" clId="{13494D09-E51A-553A-8C32-6FFF3B883E9E}" dt="2026-08-24T05:56:12.052" v="8954" actId="948"/>
        <pc:sldMkLst>
          <pc:docMk/>
          <pc:sldMk cId="1354492932" sldId="270"/>
        </pc:sldMkLst>
        <pc:spChg chg="mod">
          <ac:chgData name="Rachit Khare" userId="815fd107-0bcb-4c63-8341-238d45449ad2" providerId="ADAL" clId="{13494D09-E51A-553A-8C32-6FFF3B883E9E}" dt="2026-08-24T05:45:32.828" v="8566" actId="20577"/>
          <ac:spMkLst>
            <pc:docMk/>
            <pc:sldMk cId="1354492932" sldId="270"/>
            <ac:spMk id="2" creationId="{89853116-FA50-8F66-1EA3-F0993F00EA9B}"/>
          </ac:spMkLst>
        </pc:spChg>
        <pc:spChg chg="add mod">
          <ac:chgData name="Rachit Khare" userId="815fd107-0bcb-4c63-8341-238d45449ad2" providerId="ADAL" clId="{13494D09-E51A-553A-8C32-6FFF3B883E9E}" dt="2026-08-24T05:56:12.052" v="8954" actId="948"/>
          <ac:spMkLst>
            <pc:docMk/>
            <pc:sldMk cId="1354492932" sldId="270"/>
            <ac:spMk id="3" creationId="{3069318B-F2C1-D1BD-B673-A135310EC63E}"/>
          </ac:spMkLst>
        </pc:spChg>
        <pc:spChg chg="mod">
          <ac:chgData name="Rachit Khare" userId="815fd107-0bcb-4c63-8341-238d45449ad2" providerId="ADAL" clId="{13494D09-E51A-553A-8C32-6FFF3B883E9E}" dt="2026-08-24T05:52:43.283" v="8776" actId="20577"/>
          <ac:spMkLst>
            <pc:docMk/>
            <pc:sldMk cId="1354492932" sldId="270"/>
            <ac:spMk id="4" creationId="{7FFB8CF9-393C-06E6-E6B2-2A7AD66DF3B6}"/>
          </ac:spMkLst>
        </pc:spChg>
        <pc:spChg chg="add mod">
          <ac:chgData name="Rachit Khare" userId="815fd107-0bcb-4c63-8341-238d45449ad2" providerId="ADAL" clId="{13494D09-E51A-553A-8C32-6FFF3B883E9E}" dt="2026-08-24T05:52:30.950" v="8756" actId="1076"/>
          <ac:spMkLst>
            <pc:docMk/>
            <pc:sldMk cId="1354492932" sldId="270"/>
            <ac:spMk id="6" creationId="{FBAD9B68-F7B1-33A4-CC0F-D89459C681C4}"/>
          </ac:spMkLst>
        </pc:spChg>
        <pc:spChg chg="add mod">
          <ac:chgData name="Rachit Khare" userId="815fd107-0bcb-4c63-8341-238d45449ad2" providerId="ADAL" clId="{13494D09-E51A-553A-8C32-6FFF3B883E9E}" dt="2026-08-24T05:52:17.032" v="8748" actId="1076"/>
          <ac:spMkLst>
            <pc:docMk/>
            <pc:sldMk cId="1354492932" sldId="270"/>
            <ac:spMk id="8" creationId="{A41D780C-9CA2-B9C2-62CA-AA8C289BB0B2}"/>
          </ac:spMkLst>
        </pc:spChg>
        <pc:spChg chg="add mod">
          <ac:chgData name="Rachit Khare" userId="815fd107-0bcb-4c63-8341-238d45449ad2" providerId="ADAL" clId="{13494D09-E51A-553A-8C32-6FFF3B883E9E}" dt="2026-08-24T05:52:27.426" v="8755" actId="404"/>
          <ac:spMkLst>
            <pc:docMk/>
            <pc:sldMk cId="1354492932" sldId="270"/>
            <ac:spMk id="9" creationId="{4BD80160-5838-A536-9676-59202C9ABC56}"/>
          </ac:spMkLst>
        </pc:spChg>
      </pc:sldChg>
      <pc:sldChg chg="addSp delSp modSp new mod">
        <pc:chgData name="Rachit Khare" userId="815fd107-0bcb-4c63-8341-238d45449ad2" providerId="ADAL" clId="{13494D09-E51A-553A-8C32-6FFF3B883E9E}" dt="2026-08-24T10:06:57.378" v="9778" actId="1076"/>
        <pc:sldMkLst>
          <pc:docMk/>
          <pc:sldMk cId="4170901894" sldId="271"/>
        </pc:sldMkLst>
        <pc:spChg chg="mod">
          <ac:chgData name="Rachit Khare" userId="815fd107-0bcb-4c63-8341-238d45449ad2" providerId="ADAL" clId="{13494D09-E51A-553A-8C32-6FFF3B883E9E}" dt="2026-08-24T04:56:14.567" v="7533" actId="20577"/>
          <ac:spMkLst>
            <pc:docMk/>
            <pc:sldMk cId="4170901894" sldId="271"/>
            <ac:spMk id="2" creationId="{FFC93540-C3CB-2563-77C1-F7D87AEE97F0}"/>
          </ac:spMkLst>
        </pc:spChg>
        <pc:spChg chg="add del mod">
          <ac:chgData name="Rachit Khare" userId="815fd107-0bcb-4c63-8341-238d45449ad2" providerId="ADAL" clId="{13494D09-E51A-553A-8C32-6FFF3B883E9E}" dt="2026-08-24T09:07:36.720" v="9728"/>
          <ac:spMkLst>
            <pc:docMk/>
            <pc:sldMk cId="4170901894" sldId="271"/>
            <ac:spMk id="6" creationId="{120983EF-B698-BC49-5C6B-5B16E55773E4}"/>
          </ac:spMkLst>
        </pc:spChg>
        <pc:spChg chg="add del">
          <ac:chgData name="Rachit Khare" userId="815fd107-0bcb-4c63-8341-238d45449ad2" providerId="ADAL" clId="{13494D09-E51A-553A-8C32-6FFF3B883E9E}" dt="2026-08-24T04:50:02.887" v="7418" actId="22"/>
          <ac:spMkLst>
            <pc:docMk/>
            <pc:sldMk cId="4170901894" sldId="271"/>
            <ac:spMk id="6" creationId="{C1F3E5A4-B5F3-8BBF-170A-879E7BA958A9}"/>
          </ac:spMkLst>
        </pc:spChg>
        <pc:graphicFrameChg chg="add mod modGraphic">
          <ac:chgData name="Rachit Khare" userId="815fd107-0bcb-4c63-8341-238d45449ad2" providerId="ADAL" clId="{13494D09-E51A-553A-8C32-6FFF3B883E9E}" dt="2026-08-24T09:07:00.462" v="9716" actId="14100"/>
          <ac:graphicFrameMkLst>
            <pc:docMk/>
            <pc:sldMk cId="4170901894" sldId="271"/>
            <ac:graphicFrameMk id="3" creationId="{00000000-0000-0000-0000-000000000000}"/>
          </ac:graphicFrameMkLst>
        </pc:graphicFrameChg>
        <pc:graphicFrameChg chg="add mod modGraphic">
          <ac:chgData name="Rachit Khare" userId="815fd107-0bcb-4c63-8341-238d45449ad2" providerId="ADAL" clId="{13494D09-E51A-553A-8C32-6FFF3B883E9E}" dt="2026-08-24T09:07:10.435" v="9718" actId="255"/>
          <ac:graphicFrameMkLst>
            <pc:docMk/>
            <pc:sldMk cId="4170901894" sldId="271"/>
            <ac:graphicFrameMk id="4" creationId="{8B9CBE2F-E152-252D-73B8-B0962AB7D349}"/>
          </ac:graphicFrameMkLst>
        </pc:graphicFrameChg>
        <pc:picChg chg="add mod modCrop">
          <ac:chgData name="Rachit Khare" userId="815fd107-0bcb-4c63-8341-238d45449ad2" providerId="ADAL" clId="{13494D09-E51A-553A-8C32-6FFF3B883E9E}" dt="2026-08-24T10:06:57.378" v="9778" actId="1076"/>
          <ac:picMkLst>
            <pc:docMk/>
            <pc:sldMk cId="4170901894" sldId="271"/>
            <ac:picMk id="5" creationId="{A19ADDE5-CAF9-3EE3-1622-D830ADB217E5}"/>
          </ac:picMkLst>
        </pc:picChg>
      </pc:sldChg>
      <pc:sldChg chg="addSp delSp modSp new mod">
        <pc:chgData name="Rachit Khare" userId="815fd107-0bcb-4c63-8341-238d45449ad2" providerId="ADAL" clId="{13494D09-E51A-553A-8C32-6FFF3B883E9E}" dt="2026-08-24T10:07:17.034" v="9781" actId="115"/>
        <pc:sldMkLst>
          <pc:docMk/>
          <pc:sldMk cId="3886380755" sldId="272"/>
        </pc:sldMkLst>
        <pc:spChg chg="mod">
          <ac:chgData name="Rachit Khare" userId="815fd107-0bcb-4c63-8341-238d45449ad2" providerId="ADAL" clId="{13494D09-E51A-553A-8C32-6FFF3B883E9E}" dt="2026-08-24T04:56:24.432" v="7561" actId="20577"/>
          <ac:spMkLst>
            <pc:docMk/>
            <pc:sldMk cId="3886380755" sldId="272"/>
            <ac:spMk id="2" creationId="{7EB62C39-B1B6-B3C6-6A54-DCEA788C0829}"/>
          </ac:spMkLst>
        </pc:spChg>
        <pc:spChg chg="add mod">
          <ac:chgData name="Rachit Khare" userId="815fd107-0bcb-4c63-8341-238d45449ad2" providerId="ADAL" clId="{13494D09-E51A-553A-8C32-6FFF3B883E9E}" dt="2026-08-24T09:08:52.867" v="9734" actId="1035"/>
          <ac:spMkLst>
            <pc:docMk/>
            <pc:sldMk cId="3886380755" sldId="272"/>
            <ac:spMk id="3" creationId="{74C37702-D0E7-0ABC-ADCF-35AE535A94EE}"/>
          </ac:spMkLst>
        </pc:spChg>
        <pc:spChg chg="add mod">
          <ac:chgData name="Rachit Khare" userId="815fd107-0bcb-4c63-8341-238d45449ad2" providerId="ADAL" clId="{13494D09-E51A-553A-8C32-6FFF3B883E9E}" dt="2026-08-24T10:07:17.034" v="9781" actId="115"/>
          <ac:spMkLst>
            <pc:docMk/>
            <pc:sldMk cId="3886380755" sldId="272"/>
            <ac:spMk id="4" creationId="{38BD4252-84A1-3747-8D6A-480BDA8676FC}"/>
          </ac:spMkLst>
        </pc:spChg>
        <pc:spChg chg="add mod">
          <ac:chgData name="Rachit Khare" userId="815fd107-0bcb-4c63-8341-238d45449ad2" providerId="ADAL" clId="{13494D09-E51A-553A-8C32-6FFF3B883E9E}" dt="2026-08-24T10:07:12.988" v="9780" actId="1076"/>
          <ac:spMkLst>
            <pc:docMk/>
            <pc:sldMk cId="3886380755" sldId="272"/>
            <ac:spMk id="5" creationId="{75292A2A-61E5-5E7C-C7A6-CB6DA9E5E1C6}"/>
          </ac:spMkLst>
        </pc:spChg>
        <pc:spChg chg="add del mod">
          <ac:chgData name="Rachit Khare" userId="815fd107-0bcb-4c63-8341-238d45449ad2" providerId="ADAL" clId="{13494D09-E51A-553A-8C32-6FFF3B883E9E}" dt="2026-08-24T05:33:23.881" v="8187" actId="478"/>
          <ac:spMkLst>
            <pc:docMk/>
            <pc:sldMk cId="3886380755" sldId="272"/>
            <ac:spMk id="6" creationId="{89F7D474-94D4-521B-85D1-F164BA2129CD}"/>
          </ac:spMkLst>
        </pc:spChg>
        <pc:spChg chg="add del mod">
          <ac:chgData name="Rachit Khare" userId="815fd107-0bcb-4c63-8341-238d45449ad2" providerId="ADAL" clId="{13494D09-E51A-553A-8C32-6FFF3B883E9E}" dt="2026-08-24T08:30:06.918" v="9677"/>
          <ac:spMkLst>
            <pc:docMk/>
            <pc:sldMk cId="3886380755" sldId="272"/>
            <ac:spMk id="8" creationId="{5FA009C3-EE04-2B45-A3A0-C20556E1A28A}"/>
          </ac:spMkLst>
        </pc:spChg>
        <pc:graphicFrameChg chg="add del mod modGraphic">
          <ac:chgData name="Rachit Khare" userId="815fd107-0bcb-4c63-8341-238d45449ad2" providerId="ADAL" clId="{13494D09-E51A-553A-8C32-6FFF3B883E9E}" dt="2026-08-24T04:56:55.944" v="7568" actId="478"/>
          <ac:graphicFrameMkLst>
            <pc:docMk/>
            <pc:sldMk cId="3886380755" sldId="272"/>
            <ac:graphicFrameMk id="3" creationId="{00000000-0000-0000-0000-000000000000}"/>
          </ac:graphicFrameMkLst>
        </pc:graphicFrameChg>
      </pc:sldChg>
      <pc:sldChg chg="addSp delSp modSp add mod">
        <pc:chgData name="Rachit Khare" userId="815fd107-0bcb-4c63-8341-238d45449ad2" providerId="ADAL" clId="{13494D09-E51A-553A-8C32-6FFF3B883E9E}" dt="2026-08-24T10:08:14.975" v="9787" actId="403"/>
        <pc:sldMkLst>
          <pc:docMk/>
          <pc:sldMk cId="2357232374" sldId="273"/>
        </pc:sldMkLst>
        <pc:spChg chg="mod">
          <ac:chgData name="Rachit Khare" userId="815fd107-0bcb-4c63-8341-238d45449ad2" providerId="ADAL" clId="{13494D09-E51A-553A-8C32-6FFF3B883E9E}" dt="2026-08-24T04:36:48.045" v="7274" actId="20577"/>
          <ac:spMkLst>
            <pc:docMk/>
            <pc:sldMk cId="2357232374" sldId="273"/>
            <ac:spMk id="2" creationId="{2A424B5E-A846-87D0-CD1F-E3E02C8099E0}"/>
          </ac:spMkLst>
        </pc:spChg>
        <pc:spChg chg="add mod">
          <ac:chgData name="Rachit Khare" userId="815fd107-0bcb-4c63-8341-238d45449ad2" providerId="ADAL" clId="{13494D09-E51A-553A-8C32-6FFF3B883E9E}" dt="2026-08-24T10:08:14.975" v="9787" actId="403"/>
          <ac:spMkLst>
            <pc:docMk/>
            <pc:sldMk cId="2357232374" sldId="273"/>
            <ac:spMk id="3" creationId="{65D1E53D-3E25-ACE0-55ED-1EE3B941741E}"/>
          </ac:spMkLst>
        </pc:spChg>
        <pc:spChg chg="add mod">
          <ac:chgData name="Rachit Khare" userId="815fd107-0bcb-4c63-8341-238d45449ad2" providerId="ADAL" clId="{13494D09-E51A-553A-8C32-6FFF3B883E9E}" dt="2026-08-24T09:09:25.655" v="9744" actId="1076"/>
          <ac:spMkLst>
            <pc:docMk/>
            <pc:sldMk cId="2357232374" sldId="273"/>
            <ac:spMk id="5" creationId="{867A26B0-0F47-A99A-71F3-8B5598F46837}"/>
          </ac:spMkLst>
        </pc:spChg>
        <pc:spChg chg="add mod">
          <ac:chgData name="Rachit Khare" userId="815fd107-0bcb-4c63-8341-238d45449ad2" providerId="ADAL" clId="{13494D09-E51A-553A-8C32-6FFF3B883E9E}" dt="2026-08-24T09:09:23.185" v="9743" actId="1076"/>
          <ac:spMkLst>
            <pc:docMk/>
            <pc:sldMk cId="2357232374" sldId="273"/>
            <ac:spMk id="7" creationId="{581D7CC4-F63A-312F-5094-14CC3BD2CD16}"/>
          </ac:spMkLst>
        </pc:spChg>
        <pc:spChg chg="add del mod">
          <ac:chgData name="Rachit Khare" userId="815fd107-0bcb-4c63-8341-238d45449ad2" providerId="ADAL" clId="{13494D09-E51A-553A-8C32-6FFF3B883E9E}" dt="2026-08-24T05:17:26.665" v="7938" actId="478"/>
          <ac:spMkLst>
            <pc:docMk/>
            <pc:sldMk cId="2357232374" sldId="273"/>
            <ac:spMk id="9" creationId="{1BF0BED0-09BE-2E3B-C18F-0BB2EEA8FAA0}"/>
          </ac:spMkLst>
        </pc:spChg>
        <pc:spChg chg="add del mod">
          <ac:chgData name="Rachit Khare" userId="815fd107-0bcb-4c63-8341-238d45449ad2" providerId="ADAL" clId="{13494D09-E51A-553A-8C32-6FFF3B883E9E}" dt="2026-08-24T05:17:25.461" v="7937" actId="478"/>
          <ac:spMkLst>
            <pc:docMk/>
            <pc:sldMk cId="2357232374" sldId="273"/>
            <ac:spMk id="11" creationId="{08AD9052-06B8-DCE5-F29F-FD50E084A30F}"/>
          </ac:spMkLst>
        </pc:spChg>
      </pc:sldChg>
      <pc:sldChg chg="addSp modSp add mod">
        <pc:chgData name="Rachit Khare" userId="815fd107-0bcb-4c63-8341-238d45449ad2" providerId="ADAL" clId="{13494D09-E51A-553A-8C32-6FFF3B883E9E}" dt="2026-08-24T10:09:00.751" v="9802" actId="20577"/>
        <pc:sldMkLst>
          <pc:docMk/>
          <pc:sldMk cId="3867436085" sldId="274"/>
        </pc:sldMkLst>
        <pc:spChg chg="mod">
          <ac:chgData name="Rachit Khare" userId="815fd107-0bcb-4c63-8341-238d45449ad2" providerId="ADAL" clId="{13494D09-E51A-553A-8C32-6FFF3B883E9E}" dt="2026-08-24T10:09:00.751" v="9802" actId="20577"/>
          <ac:spMkLst>
            <pc:docMk/>
            <pc:sldMk cId="3867436085" sldId="274"/>
            <ac:spMk id="2" creationId="{4095AD0B-9DB0-3A2D-A9E1-32E13918C6CA}"/>
          </ac:spMkLst>
        </pc:spChg>
        <pc:spChg chg="add mod">
          <ac:chgData name="Rachit Khare" userId="815fd107-0bcb-4c63-8341-238d45449ad2" providerId="ADAL" clId="{13494D09-E51A-553A-8C32-6FFF3B883E9E}" dt="2026-08-24T05:45:00.799" v="8555" actId="1076"/>
          <ac:spMkLst>
            <pc:docMk/>
            <pc:sldMk cId="3867436085" sldId="274"/>
            <ac:spMk id="3" creationId="{6027F91E-F614-E825-325F-28F74626AA85}"/>
          </ac:spMkLst>
        </pc:spChg>
      </pc:sldChg>
      <pc:sldChg chg="modSp add mod">
        <pc:chgData name="Rachit Khare" userId="815fd107-0bcb-4c63-8341-238d45449ad2" providerId="ADAL" clId="{13494D09-E51A-553A-8C32-6FFF3B883E9E}" dt="2026-08-24T09:03:44.670" v="9687" actId="207"/>
        <pc:sldMkLst>
          <pc:docMk/>
          <pc:sldMk cId="2070177811" sldId="275"/>
        </pc:sldMkLst>
        <pc:spChg chg="mod">
          <ac:chgData name="Rachit Khare" userId="815fd107-0bcb-4c63-8341-238d45449ad2" providerId="ADAL" clId="{13494D09-E51A-553A-8C32-6FFF3B883E9E}" dt="2026-08-24T09:03:15.674" v="9679" actId="948"/>
          <ac:spMkLst>
            <pc:docMk/>
            <pc:sldMk cId="2070177811" sldId="275"/>
            <ac:spMk id="3" creationId="{C93EE16C-5C82-229B-042F-0CAB77B2220D}"/>
          </ac:spMkLst>
        </pc:spChg>
        <pc:spChg chg="mod">
          <ac:chgData name="Rachit Khare" userId="815fd107-0bcb-4c63-8341-238d45449ad2" providerId="ADAL" clId="{13494D09-E51A-553A-8C32-6FFF3B883E9E}" dt="2026-08-24T09:03:41.721" v="9686" actId="207"/>
          <ac:spMkLst>
            <pc:docMk/>
            <pc:sldMk cId="2070177811" sldId="275"/>
            <ac:spMk id="4" creationId="{2EF37A42-33EF-1511-A456-F1CBE21287DC}"/>
          </ac:spMkLst>
        </pc:spChg>
        <pc:spChg chg="mod">
          <ac:chgData name="Rachit Khare" userId="815fd107-0bcb-4c63-8341-238d45449ad2" providerId="ADAL" clId="{13494D09-E51A-553A-8C32-6FFF3B883E9E}" dt="2026-08-24T09:03:44.670" v="9687" actId="207"/>
          <ac:spMkLst>
            <pc:docMk/>
            <pc:sldMk cId="2070177811" sldId="275"/>
            <ac:spMk id="5" creationId="{B3AC6428-62BA-B103-315F-FAC4FCD70BF7}"/>
          </ac:spMkLst>
        </pc:spChg>
      </pc:sldChg>
      <pc:sldChg chg="add del">
        <pc:chgData name="Rachit Khare" userId="815fd107-0bcb-4c63-8341-238d45449ad2" providerId="ADAL" clId="{13494D09-E51A-553A-8C32-6FFF3B883E9E}" dt="2026-08-24T06:02:00.775" v="9108" actId="2696"/>
        <pc:sldMkLst>
          <pc:docMk/>
          <pc:sldMk cId="1987497787" sldId="276"/>
        </pc:sldMkLst>
      </pc:sldChg>
      <pc:sldChg chg="add del">
        <pc:chgData name="Rachit Khare" userId="815fd107-0bcb-4c63-8341-238d45449ad2" providerId="ADAL" clId="{13494D09-E51A-553A-8C32-6FFF3B883E9E}" dt="2026-08-24T06:02:03.047" v="9109" actId="2696"/>
        <pc:sldMkLst>
          <pc:docMk/>
          <pc:sldMk cId="4137001021" sldId="277"/>
        </pc:sldMkLst>
      </pc:sldChg>
      <pc:sldChg chg="addSp delSp modSp add mod">
        <pc:chgData name="Rachit Khare" userId="815fd107-0bcb-4c63-8341-238d45449ad2" providerId="ADAL" clId="{13494D09-E51A-553A-8C32-6FFF3B883E9E}" dt="2026-08-24T10:07:51.865" v="9783" actId="255"/>
        <pc:sldMkLst>
          <pc:docMk/>
          <pc:sldMk cId="1302179210" sldId="278"/>
        </pc:sldMkLst>
        <pc:spChg chg="add del mod">
          <ac:chgData name="Rachit Khare" userId="815fd107-0bcb-4c63-8341-238d45449ad2" providerId="ADAL" clId="{13494D09-E51A-553A-8C32-6FFF3B883E9E}" dt="2026-08-24T04:58:20.957" v="7572" actId="478"/>
          <ac:spMkLst>
            <pc:docMk/>
            <pc:sldMk cId="1302179210" sldId="278"/>
            <ac:spMk id="4" creationId="{00000000-0000-0000-0000-000000000000}"/>
          </ac:spMkLst>
        </pc:spChg>
        <pc:spChg chg="add del">
          <ac:chgData name="Rachit Khare" userId="815fd107-0bcb-4c63-8341-238d45449ad2" providerId="ADAL" clId="{13494D09-E51A-553A-8C32-6FFF3B883E9E}" dt="2026-08-24T04:58:15.293" v="7570" actId="478"/>
          <ac:spMkLst>
            <pc:docMk/>
            <pc:sldMk cId="1302179210" sldId="278"/>
            <ac:spMk id="5" creationId="{00000000-0000-0000-0000-000000000000}"/>
          </ac:spMkLst>
        </pc:spChg>
        <pc:spChg chg="add del mod">
          <ac:chgData name="Rachit Khare" userId="815fd107-0bcb-4c63-8341-238d45449ad2" providerId="ADAL" clId="{13494D09-E51A-553A-8C32-6FFF3B883E9E}" dt="2026-08-24T05:00:14.233" v="7618" actId="478"/>
          <ac:spMkLst>
            <pc:docMk/>
            <pc:sldMk cId="1302179210" sldId="278"/>
            <ac:spMk id="6" creationId="{00000000-0000-0000-0000-000000000000}"/>
          </ac:spMkLst>
        </pc:spChg>
        <pc:spChg chg="add del mod">
          <ac:chgData name="Rachit Khare" userId="815fd107-0bcb-4c63-8341-238d45449ad2" providerId="ADAL" clId="{13494D09-E51A-553A-8C32-6FFF3B883E9E}" dt="2026-08-24T04:59:36.949" v="7603" actId="478"/>
          <ac:spMkLst>
            <pc:docMk/>
            <pc:sldMk cId="1302179210" sldId="278"/>
            <ac:spMk id="7" creationId="{00000000-0000-0000-0000-000000000000}"/>
          </ac:spMkLst>
        </pc:spChg>
        <pc:spChg chg="add del mod">
          <ac:chgData name="Rachit Khare" userId="815fd107-0bcb-4c63-8341-238d45449ad2" providerId="ADAL" clId="{13494D09-E51A-553A-8C32-6FFF3B883E9E}" dt="2026-08-24T04:59:40.481" v="7604" actId="478"/>
          <ac:spMkLst>
            <pc:docMk/>
            <pc:sldMk cId="1302179210" sldId="278"/>
            <ac:spMk id="8" creationId="{00000000-0000-0000-0000-000000000000}"/>
          </ac:spMkLst>
        </pc:spChg>
        <pc:spChg chg="add mod">
          <ac:chgData name="Rachit Khare" userId="815fd107-0bcb-4c63-8341-238d45449ad2" providerId="ADAL" clId="{13494D09-E51A-553A-8C32-6FFF3B883E9E}" dt="2026-08-24T05:01:09.086" v="7635" actId="1076"/>
          <ac:spMkLst>
            <pc:docMk/>
            <pc:sldMk cId="1302179210" sldId="278"/>
            <ac:spMk id="10" creationId="{C8F4EBE5-5F3B-E4EA-CCD4-90E13011F54B}"/>
          </ac:spMkLst>
        </pc:spChg>
        <pc:spChg chg="add mod">
          <ac:chgData name="Rachit Khare" userId="815fd107-0bcb-4c63-8341-238d45449ad2" providerId="ADAL" clId="{13494D09-E51A-553A-8C32-6FFF3B883E9E}" dt="2026-08-24T05:01:16.785" v="7637" actId="1076"/>
          <ac:spMkLst>
            <pc:docMk/>
            <pc:sldMk cId="1302179210" sldId="278"/>
            <ac:spMk id="12" creationId="{0183A8FD-E5B8-C0AE-A7D7-BDFDDC59AE44}"/>
          </ac:spMkLst>
        </pc:spChg>
        <pc:spChg chg="add mod">
          <ac:chgData name="Rachit Khare" userId="815fd107-0bcb-4c63-8341-238d45449ad2" providerId="ADAL" clId="{13494D09-E51A-553A-8C32-6FFF3B883E9E}" dt="2026-08-24T05:01:14.412" v="7636" actId="1076"/>
          <ac:spMkLst>
            <pc:docMk/>
            <pc:sldMk cId="1302179210" sldId="278"/>
            <ac:spMk id="14" creationId="{5D7DF9BE-6FC4-E6FE-ACF2-F2578FCC8303}"/>
          </ac:spMkLst>
        </pc:spChg>
        <pc:graphicFrameChg chg="mod modGraphic">
          <ac:chgData name="Rachit Khare" userId="815fd107-0bcb-4c63-8341-238d45449ad2" providerId="ADAL" clId="{13494D09-E51A-553A-8C32-6FFF3B883E9E}" dt="2026-08-24T10:07:51.865" v="9783" actId="255"/>
          <ac:graphicFrameMkLst>
            <pc:docMk/>
            <pc:sldMk cId="1302179210" sldId="278"/>
            <ac:graphicFrameMk id="3" creationId="{501A3EA3-3218-EEC4-F380-BE4FF9F376FE}"/>
          </ac:graphicFrameMkLst>
        </pc:graphicFrameChg>
      </pc:sldChg>
      <pc:sldChg chg="addSp delSp modSp add mod">
        <pc:chgData name="Rachit Khare" userId="815fd107-0bcb-4c63-8341-238d45449ad2" providerId="ADAL" clId="{13494D09-E51A-553A-8C32-6FFF3B883E9E}" dt="2026-08-24T10:08:45.935" v="9797" actId="1076"/>
        <pc:sldMkLst>
          <pc:docMk/>
          <pc:sldMk cId="2737886115" sldId="279"/>
        </pc:sldMkLst>
        <pc:spChg chg="mod">
          <ac:chgData name="Rachit Khare" userId="815fd107-0bcb-4c63-8341-238d45449ad2" providerId="ADAL" clId="{13494D09-E51A-553A-8C32-6FFF3B883E9E}" dt="2026-08-24T10:08:43.270" v="9796" actId="20577"/>
          <ac:spMkLst>
            <pc:docMk/>
            <pc:sldMk cId="2737886115" sldId="279"/>
            <ac:spMk id="3" creationId="{19AB15DE-2587-45F7-70EB-23FC5EE1843B}"/>
          </ac:spMkLst>
        </pc:spChg>
        <pc:spChg chg="add del mod">
          <ac:chgData name="Rachit Khare" userId="815fd107-0bcb-4c63-8341-238d45449ad2" providerId="ADAL" clId="{13494D09-E51A-553A-8C32-6FFF3B883E9E}" dt="2026-08-24T05:25:17.180" v="8022" actId="478"/>
          <ac:spMkLst>
            <pc:docMk/>
            <pc:sldMk cId="2737886115" sldId="279"/>
            <ac:spMk id="4" creationId="{34B690E5-3EA8-4C70-AE10-F810AB0901F6}"/>
          </ac:spMkLst>
        </pc:spChg>
        <pc:spChg chg="del">
          <ac:chgData name="Rachit Khare" userId="815fd107-0bcb-4c63-8341-238d45449ad2" providerId="ADAL" clId="{13494D09-E51A-553A-8C32-6FFF3B883E9E}" dt="2026-08-24T05:12:12.155" v="7801" actId="478"/>
          <ac:spMkLst>
            <pc:docMk/>
            <pc:sldMk cId="2737886115" sldId="279"/>
            <ac:spMk id="5" creationId="{54A956D2-40F6-6CE3-7EA0-7EA0384AEA4F}"/>
          </ac:spMkLst>
        </pc:spChg>
        <pc:spChg chg="del">
          <ac:chgData name="Rachit Khare" userId="815fd107-0bcb-4c63-8341-238d45449ad2" providerId="ADAL" clId="{13494D09-E51A-553A-8C32-6FFF3B883E9E}" dt="2026-08-24T05:12:10.752" v="7800" actId="478"/>
          <ac:spMkLst>
            <pc:docMk/>
            <pc:sldMk cId="2737886115" sldId="279"/>
            <ac:spMk id="7" creationId="{8AD47860-D6C3-FE67-2053-F08446ECB7E0}"/>
          </ac:spMkLst>
        </pc:spChg>
        <pc:spChg chg="mod">
          <ac:chgData name="Rachit Khare" userId="815fd107-0bcb-4c63-8341-238d45449ad2" providerId="ADAL" clId="{13494D09-E51A-553A-8C32-6FFF3B883E9E}" dt="2026-08-24T10:08:45.935" v="9797" actId="1076"/>
          <ac:spMkLst>
            <pc:docMk/>
            <pc:sldMk cId="2737886115" sldId="279"/>
            <ac:spMk id="9" creationId="{B44C5687-8477-1912-3500-ADBBFA61E70A}"/>
          </ac:spMkLst>
        </pc:spChg>
        <pc:spChg chg="del mod">
          <ac:chgData name="Rachit Khare" userId="815fd107-0bcb-4c63-8341-238d45449ad2" providerId="ADAL" clId="{13494D09-E51A-553A-8C32-6FFF3B883E9E}" dt="2026-08-24T05:25:17.251" v="8024"/>
          <ac:spMkLst>
            <pc:docMk/>
            <pc:sldMk cId="2737886115" sldId="279"/>
            <ac:spMk id="11" creationId="{2C1908B0-B75A-7049-A4BE-05A1CE416C3F}"/>
          </ac:spMkLst>
        </pc:spChg>
      </pc:sldChg>
      <pc:sldChg chg="addSp modSp add mod">
        <pc:chgData name="Rachit Khare" userId="815fd107-0bcb-4c63-8341-238d45449ad2" providerId="ADAL" clId="{13494D09-E51A-553A-8C32-6FFF3B883E9E}" dt="2026-08-24T06:21:56.440" v="9434" actId="20577"/>
        <pc:sldMkLst>
          <pc:docMk/>
          <pc:sldMk cId="1447667651" sldId="280"/>
        </pc:sldMkLst>
        <pc:spChg chg="mod">
          <ac:chgData name="Rachit Khare" userId="815fd107-0bcb-4c63-8341-238d45449ad2" providerId="ADAL" clId="{13494D09-E51A-553A-8C32-6FFF3B883E9E}" dt="2026-08-24T06:21:56.440" v="9434" actId="20577"/>
          <ac:spMkLst>
            <pc:docMk/>
            <pc:sldMk cId="1447667651" sldId="280"/>
            <ac:spMk id="4" creationId="{CB4A3607-1787-2DA6-FAE7-6BEBA838E61B}"/>
          </ac:spMkLst>
        </pc:spChg>
        <pc:spChg chg="add mod">
          <ac:chgData name="Rachit Khare" userId="815fd107-0bcb-4c63-8341-238d45449ad2" providerId="ADAL" clId="{13494D09-E51A-553A-8C32-6FFF3B883E9E}" dt="2026-08-24T06:21:41.755" v="9425" actId="1076"/>
          <ac:spMkLst>
            <pc:docMk/>
            <pc:sldMk cId="1447667651" sldId="280"/>
            <ac:spMk id="5" creationId="{FD636544-7412-5412-BE00-BD1D5F88527D}"/>
          </ac:spMkLst>
        </pc:spChg>
        <pc:spChg chg="add mod">
          <ac:chgData name="Rachit Khare" userId="815fd107-0bcb-4c63-8341-238d45449ad2" providerId="ADAL" clId="{13494D09-E51A-553A-8C32-6FFF3B883E9E}" dt="2026-08-24T06:21:46.641" v="9426" actId="1076"/>
          <ac:spMkLst>
            <pc:docMk/>
            <pc:sldMk cId="1447667651" sldId="280"/>
            <ac:spMk id="7" creationId="{7B561872-8708-7E29-7BF8-3C94793638CE}"/>
          </ac:spMkLst>
        </pc:spChg>
      </pc:sldChg>
      <pc:sldChg chg="addSp delSp modSp add del mod">
        <pc:chgData name="Rachit Khare" userId="815fd107-0bcb-4c63-8341-238d45449ad2" providerId="ADAL" clId="{13494D09-E51A-553A-8C32-6FFF3B883E9E}" dt="2026-08-24T06:22:09.225" v="9435" actId="2696"/>
        <pc:sldMkLst>
          <pc:docMk/>
          <pc:sldMk cId="2306207760" sldId="281"/>
        </pc:sldMkLst>
        <pc:spChg chg="mod">
          <ac:chgData name="Rachit Khare" userId="815fd107-0bcb-4c63-8341-238d45449ad2" providerId="ADAL" clId="{13494D09-E51A-553A-8C32-6FFF3B883E9E}" dt="2026-08-24T06:06:43.162" v="9116" actId="26606"/>
          <ac:spMkLst>
            <pc:docMk/>
            <pc:sldMk cId="2306207760" sldId="281"/>
            <ac:spMk id="2" creationId="{17D66F5B-EB35-482F-EDD3-B27B87F97712}"/>
          </ac:spMkLst>
        </pc:spChg>
        <pc:spChg chg="add">
          <ac:chgData name="Rachit Khare" userId="815fd107-0bcb-4c63-8341-238d45449ad2" providerId="ADAL" clId="{13494D09-E51A-553A-8C32-6FFF3B883E9E}" dt="2026-08-24T06:06:43.162" v="9116" actId="26606"/>
          <ac:spMkLst>
            <pc:docMk/>
            <pc:sldMk cId="2306207760" sldId="281"/>
            <ac:spMk id="3" creationId="{00000000-0000-0000-0000-000000000000}"/>
          </ac:spMkLst>
        </pc:spChg>
        <pc:spChg chg="add">
          <ac:chgData name="Rachit Khare" userId="815fd107-0bcb-4c63-8341-238d45449ad2" providerId="ADAL" clId="{13494D09-E51A-553A-8C32-6FFF3B883E9E}" dt="2026-08-24T06:06:43.162" v="9116" actId="26606"/>
          <ac:spMkLst>
            <pc:docMk/>
            <pc:sldMk cId="2306207760" sldId="281"/>
            <ac:spMk id="4" creationId="{00000000-0000-0000-0000-000000000000}"/>
          </ac:spMkLst>
        </pc:spChg>
        <pc:spChg chg="add">
          <ac:chgData name="Rachit Khare" userId="815fd107-0bcb-4c63-8341-238d45449ad2" providerId="ADAL" clId="{13494D09-E51A-553A-8C32-6FFF3B883E9E}" dt="2026-08-24T06:06:43.162" v="9116" actId="26606"/>
          <ac:spMkLst>
            <pc:docMk/>
            <pc:sldMk cId="2306207760" sldId="281"/>
            <ac:spMk id="5" creationId="{00000000-0000-0000-0000-000000000000}"/>
          </ac:spMkLst>
        </pc:spChg>
        <pc:spChg chg="add">
          <ac:chgData name="Rachit Khare" userId="815fd107-0bcb-4c63-8341-238d45449ad2" providerId="ADAL" clId="{13494D09-E51A-553A-8C32-6FFF3B883E9E}" dt="2026-08-24T06:06:43.162" v="9116" actId="26606"/>
          <ac:spMkLst>
            <pc:docMk/>
            <pc:sldMk cId="2306207760" sldId="281"/>
            <ac:spMk id="6" creationId="{00000000-0000-0000-0000-000000000000}"/>
          </ac:spMkLst>
        </pc:spChg>
        <pc:spChg chg="del mod replId">
          <ac:chgData name="Rachit Khare" userId="815fd107-0bcb-4c63-8341-238d45449ad2" providerId="ADAL" clId="{13494D09-E51A-553A-8C32-6FFF3B883E9E}" dt="2026-08-24T06:06:43.162" v="9116" actId="26606"/>
          <ac:spMkLst>
            <pc:docMk/>
            <pc:sldMk cId="2306207760" sldId="281"/>
            <ac:spMk id="7" creationId="{89A32AE8-5EA5-7CEF-4C6C-211827A5EF2F}"/>
          </ac:spMkLst>
        </pc:spChg>
        <pc:spChg chg="add del mod replId">
          <ac:chgData name="Rachit Khare" userId="815fd107-0bcb-4c63-8341-238d45449ad2" providerId="ADAL" clId="{13494D09-E51A-553A-8C32-6FFF3B883E9E}" dt="2026-08-24T06:06:43.162" v="9116" actId="26606"/>
          <ac:spMkLst>
            <pc:docMk/>
            <pc:sldMk cId="2306207760" sldId="281"/>
            <ac:spMk id="8" creationId="{0AA4EA38-C2AC-AB6C-27D8-2E6B786DE677}"/>
          </ac:spMkLst>
        </pc:spChg>
      </pc:sldChg>
      <pc:sldChg chg="addSp delSp modSp add mod">
        <pc:chgData name="Rachit Khare" userId="815fd107-0bcb-4c63-8341-238d45449ad2" providerId="ADAL" clId="{13494D09-E51A-553A-8C32-6FFF3B883E9E}" dt="2026-08-24T10:06:45.441" v="9776" actId="20578"/>
        <pc:sldMkLst>
          <pc:docMk/>
          <pc:sldMk cId="0" sldId="282"/>
        </pc:sldMkLst>
        <pc:spChg chg="mod">
          <ac:chgData name="Rachit Khare" userId="815fd107-0bcb-4c63-8341-238d45449ad2" providerId="ADAL" clId="{13494D09-E51A-553A-8C32-6FFF3B883E9E}" dt="2026-08-24T10:06:20.670" v="9772" actId="20577"/>
          <ac:spMkLst>
            <pc:docMk/>
            <pc:sldMk cId="0" sldId="282"/>
            <ac:spMk id="2" creationId="{17D66F5B-EB35-482F-EDD3-B27B87F97712}"/>
          </ac:spMkLst>
        </pc:spChg>
        <pc:spChg chg="del mod">
          <ac:chgData name="Rachit Khare" userId="815fd107-0bcb-4c63-8341-238d45449ad2" providerId="ADAL" clId="{13494D09-E51A-553A-8C32-6FFF3B883E9E}" dt="2026-08-24T06:12:07.476" v="9146" actId="478"/>
          <ac:spMkLst>
            <pc:docMk/>
            <pc:sldMk cId="0" sldId="282"/>
            <ac:spMk id="4" creationId="{00000000-0000-0000-0000-000000000000}"/>
          </ac:spMkLst>
        </pc:spChg>
        <pc:spChg chg="add mod">
          <ac:chgData name="Rachit Khare" userId="815fd107-0bcb-4c63-8341-238d45449ad2" providerId="ADAL" clId="{13494D09-E51A-553A-8C32-6FFF3B883E9E}" dt="2026-08-24T10:06:45.441" v="9776" actId="20578"/>
          <ac:spMkLst>
            <pc:docMk/>
            <pc:sldMk cId="0" sldId="282"/>
            <ac:spMk id="6" creationId="{7166BD78-0C03-D54F-9425-FB262D8B7A4A}"/>
          </ac:spMkLst>
        </pc:spChg>
        <pc:graphicFrameChg chg="mod modGraphic">
          <ac:chgData name="Rachit Khare" userId="815fd107-0bcb-4c63-8341-238d45449ad2" providerId="ADAL" clId="{13494D09-E51A-553A-8C32-6FFF3B883E9E}" dt="2026-08-24T06:12:01.013" v="9143" actId="16959"/>
          <ac:graphicFrameMkLst>
            <pc:docMk/>
            <pc:sldMk cId="0" sldId="282"/>
            <ac:graphicFrameMk id="3" creationId="{00000000-0000-0000-0000-000000000000}"/>
          </ac:graphicFrameMkLst>
        </pc:graphicFrameChg>
      </pc:sldChg>
      <pc:sldMasterChg chg="addSp delSp modSp mod modSldLayout">
        <pc:chgData name="Rachit Khare" userId="815fd107-0bcb-4c63-8341-238d45449ad2" providerId="ADAL" clId="{13494D09-E51A-553A-8C32-6FFF3B883E9E}" dt="2026-08-23T14:05:52.565" v="6594" actId="207"/>
        <pc:sldMasterMkLst>
          <pc:docMk/>
          <pc:sldMasterMk cId="1600856988" sldId="2147483648"/>
        </pc:sldMasterMkLst>
        <pc:spChg chg="add del">
          <ac:chgData name="Rachit Khare" userId="815fd107-0bcb-4c63-8341-238d45449ad2" providerId="ADAL" clId="{13494D09-E51A-553A-8C32-6FFF3B883E9E}" dt="2026-08-17T06:16:34.079" v="1427" actId="478"/>
          <ac:spMkLst>
            <pc:docMk/>
            <pc:sldMasterMk cId="1600856988" sldId="2147483648"/>
            <ac:spMk id="4" creationId="{08DFAE0A-55D6-BEAC-2FC7-E737992378BD}"/>
          </ac:spMkLst>
        </pc:spChg>
        <pc:spChg chg="add del">
          <ac:chgData name="Rachit Khare" userId="815fd107-0bcb-4c63-8341-238d45449ad2" providerId="ADAL" clId="{13494D09-E51A-553A-8C32-6FFF3B883E9E}" dt="2026-08-17T06:16:34.079" v="1427" actId="478"/>
          <ac:spMkLst>
            <pc:docMk/>
            <pc:sldMasterMk cId="1600856988" sldId="2147483648"/>
            <ac:spMk id="5" creationId="{2B2A20DD-E170-1A0C-9099-F6310E474820}"/>
          </ac:spMkLst>
        </pc:spChg>
        <pc:spChg chg="add del">
          <ac:chgData name="Rachit Khare" userId="815fd107-0bcb-4c63-8341-238d45449ad2" providerId="ADAL" clId="{13494D09-E51A-553A-8C32-6FFF3B883E9E}" dt="2026-08-17T06:16:34.079" v="1427" actId="478"/>
          <ac:spMkLst>
            <pc:docMk/>
            <pc:sldMasterMk cId="1600856988" sldId="2147483648"/>
            <ac:spMk id="6" creationId="{9A3AE280-9E5E-8146-B45B-43EEA09E142F}"/>
          </ac:spMkLst>
        </pc:spChg>
        <pc:sldLayoutChg chg="addSp delSp mod">
          <pc:chgData name="Rachit Khare" userId="815fd107-0bcb-4c63-8341-238d45449ad2" providerId="ADAL" clId="{13494D09-E51A-553A-8C32-6FFF3B883E9E}" dt="2026-08-17T06:16:33.710" v="1426" actId="478"/>
          <pc:sldLayoutMkLst>
            <pc:docMk/>
            <pc:sldMasterMk cId="1600856988" sldId="2147483648"/>
            <pc:sldLayoutMk cId="2564954002" sldId="2147483649"/>
          </pc:sldLayoutMkLst>
          <pc:spChg chg="add del">
            <ac:chgData name="Rachit Khare" userId="815fd107-0bcb-4c63-8341-238d45449ad2" providerId="ADAL" clId="{13494D09-E51A-553A-8C32-6FFF3B883E9E}" dt="2026-08-17T06:16:33.710" v="1426" actId="478"/>
            <ac:spMkLst>
              <pc:docMk/>
              <pc:sldMasterMk cId="1600856988" sldId="2147483648"/>
              <pc:sldLayoutMk cId="2564954002" sldId="2147483649"/>
              <ac:spMk id="4" creationId="{DF6A2A42-CF8A-4ABE-DF1F-2597344EEAA2}"/>
            </ac:spMkLst>
          </pc:spChg>
          <pc:spChg chg="add del">
            <ac:chgData name="Rachit Khare" userId="815fd107-0bcb-4c63-8341-238d45449ad2" providerId="ADAL" clId="{13494D09-E51A-553A-8C32-6FFF3B883E9E}" dt="2026-08-17T06:16:33.710" v="1426" actId="478"/>
            <ac:spMkLst>
              <pc:docMk/>
              <pc:sldMasterMk cId="1600856988" sldId="2147483648"/>
              <pc:sldLayoutMk cId="2564954002" sldId="2147483649"/>
              <ac:spMk id="5" creationId="{FE2BAB31-F39E-3E0B-01B6-726A0C34CC59}"/>
            </ac:spMkLst>
          </pc:spChg>
          <pc:spChg chg="add del">
            <ac:chgData name="Rachit Khare" userId="815fd107-0bcb-4c63-8341-238d45449ad2" providerId="ADAL" clId="{13494D09-E51A-553A-8C32-6FFF3B883E9E}" dt="2026-08-17T06:16:33.710" v="1426" actId="478"/>
            <ac:spMkLst>
              <pc:docMk/>
              <pc:sldMasterMk cId="1600856988" sldId="2147483648"/>
              <pc:sldLayoutMk cId="2564954002" sldId="2147483649"/>
              <ac:spMk id="6" creationId="{11785934-DBB2-173F-D695-21AE1307BA3C}"/>
            </ac:spMkLst>
          </pc:spChg>
        </pc:sldLayoutChg>
        <pc:sldLayoutChg chg="addSp delSp modSp mod">
          <pc:chgData name="Rachit Khare" userId="815fd107-0bcb-4c63-8341-238d45449ad2" providerId="ADAL" clId="{13494D09-E51A-553A-8C32-6FFF3B883E9E}" dt="2026-08-23T14:05:52.565" v="6594" actId="207"/>
          <pc:sldLayoutMkLst>
            <pc:docMk/>
            <pc:sldMasterMk cId="1600856988" sldId="2147483648"/>
            <pc:sldLayoutMk cId="3434620745" sldId="2147483655"/>
          </pc:sldLayoutMkLst>
          <pc:spChg chg="add mod">
            <ac:chgData name="Rachit Khare" userId="815fd107-0bcb-4c63-8341-238d45449ad2" providerId="ADAL" clId="{13494D09-E51A-553A-8C32-6FFF3B883E9E}" dt="2026-08-23T14:03:39.288" v="6567"/>
            <ac:spMkLst>
              <pc:docMk/>
              <pc:sldMasterMk cId="1600856988" sldId="2147483648"/>
              <pc:sldLayoutMk cId="3434620745" sldId="2147483655"/>
              <ac:spMk id="8" creationId="{13E0624A-8FC1-2625-1CAB-8B49E4D50517}"/>
            </ac:spMkLst>
          </pc:spChg>
          <pc:spChg chg="add mod">
            <ac:chgData name="Rachit Khare" userId="815fd107-0bcb-4c63-8341-238d45449ad2" providerId="ADAL" clId="{13494D09-E51A-553A-8C32-6FFF3B883E9E}" dt="2026-08-23T14:03:44.935" v="6569" actId="20577"/>
            <ac:spMkLst>
              <pc:docMk/>
              <pc:sldMasterMk cId="1600856988" sldId="2147483648"/>
              <pc:sldLayoutMk cId="3434620745" sldId="2147483655"/>
              <ac:spMk id="10" creationId="{39C1BA47-2C92-E794-1780-AEA7F60C859D}"/>
            </ac:spMkLst>
          </pc:spChg>
          <pc:spChg chg="add mod">
            <ac:chgData name="Rachit Khare" userId="815fd107-0bcb-4c63-8341-238d45449ad2" providerId="ADAL" clId="{13494D09-E51A-553A-8C32-6FFF3B883E9E}" dt="2026-08-23T14:05:52.565" v="6594" actId="207"/>
            <ac:spMkLst>
              <pc:docMk/>
              <pc:sldMasterMk cId="1600856988" sldId="2147483648"/>
              <pc:sldLayoutMk cId="3434620745" sldId="2147483655"/>
              <ac:spMk id="14" creationId="{3B2E5AA1-781F-76E9-3B2F-B6F7883D47E1}"/>
            </ac:spMkLst>
          </pc:spChg>
          <pc:picChg chg="add mod">
            <ac:chgData name="Rachit Khare" userId="815fd107-0bcb-4c63-8341-238d45449ad2" providerId="ADAL" clId="{13494D09-E51A-553A-8C32-6FFF3B883E9E}" dt="2026-08-23T14:03:16.418" v="6562"/>
            <ac:picMkLst>
              <pc:docMk/>
              <pc:sldMasterMk cId="1600856988" sldId="2147483648"/>
              <pc:sldLayoutMk cId="3434620745" sldId="2147483655"/>
              <ac:picMk id="7" creationId="{87900B90-F671-7C10-57A5-A22460597323}"/>
            </ac:picMkLst>
          </pc:picChg>
          <pc:cxnChg chg="add mod">
            <ac:chgData name="Rachit Khare" userId="815fd107-0bcb-4c63-8341-238d45449ad2" providerId="ADAL" clId="{13494D09-E51A-553A-8C32-6FFF3B883E9E}" dt="2026-08-23T14:03:39.288" v="6567"/>
            <ac:cxnSpMkLst>
              <pc:docMk/>
              <pc:sldMasterMk cId="1600856988" sldId="2147483648"/>
              <pc:sldLayoutMk cId="3434620745" sldId="2147483655"/>
              <ac:cxnSpMk id="9" creationId="{CFA3F73D-73E8-4508-2BBE-BC10285E49DF}"/>
            </ac:cxnSpMkLst>
          </pc:cxn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1C357D-6657-A347-80CC-500B94D76027}" type="datetimeFigureOut">
              <a:rPr lang="en-AE" smtClean="0"/>
              <a:t>16/10/2026</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062254-9C54-174B-B497-E61D9EDE9555}" type="slidenum">
              <a:rPr lang="en-AE" smtClean="0"/>
              <a:t>‹#›</a:t>
            </a:fld>
            <a:endParaRPr lang="en-AE"/>
          </a:p>
        </p:txBody>
      </p:sp>
    </p:spTree>
    <p:extLst>
      <p:ext uri="{BB962C8B-B14F-4D97-AF65-F5344CB8AC3E}">
        <p14:creationId xmlns:p14="http://schemas.microsoft.com/office/powerpoint/2010/main" val="1425712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morning. We are Sumant and Parva. Our question: when every reactor experiment costs a day, how do you find the best operating point in as few runs as possible? We built a tool for that.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Here's the plan. First, the problem and why it matters. Then what the research already offers and where it stops. Then how we built the reactor twin and the advisor, the results, what it means for the person running the reactor, and what comes next.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system: a gas-phase fixed-bed reactor. Reactants A and B, plus an inert gas, flow through mass-flow controllers over a bed of catalyst at a set temperature and pressure. At the outlet, a gas chromatograph, the GC, tells us what came out. </a:t>
            </a:r>
            <a:br>
              <a:rPr lang="en-US" dirty="0"/>
            </a:br>
            <a:r>
              <a:rPr lang="en-US" dirty="0"/>
              <a:t>There are five knobs we can change between runs: pressure, the three gas flows, and temperature. The catalyst is loaded once and stays. Each run takes about a day to reach a steady, reliable reading, so a campaign gets maybe 10 to 25 runs. Today, operators tune this by rules of thumb: too much waste product, go cooler; too little reacting, go hotter. It works, but it's slow, needs an experienced chemist, and the early runs lose money. And there are real limits: no knob can jump more than one step per run, the product must meet a spec, and every run costs money. </a:t>
            </a:r>
            <a:br>
              <a:rPr lang="en-US" dirty="0"/>
            </a:br>
            <a:r>
              <a:rPr lang="en-US" dirty="0"/>
              <a:t>So our problem: take the run log the operator already keeps, and say what to run next, why, what profit to expect, and whether another run is worth it, in fewer runs than the rules of thumb.</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There are three strands of research relevant to our problem. First, </a:t>
            </a:r>
            <a:r>
              <a:rPr lang="en-US" dirty="0" err="1"/>
              <a:t>optimising</a:t>
            </a:r>
            <a:r>
              <a:rPr lang="en-US" dirty="0"/>
              <a:t> expensive experiments: from response surfaces in the 1950s to Bayesian </a:t>
            </a:r>
            <a:r>
              <a:rPr lang="en-US" dirty="0" err="1"/>
              <a:t>optimisation</a:t>
            </a:r>
            <a:r>
              <a:rPr lang="en-US" dirty="0"/>
              <a:t> today. A statistical model picks the next experiment, and in 2021 it was shown to beat expert chemists. Second, the extensions a real plant needs: product specs as constraints, keeping the search local, the cost of changing settings, and grey-box methods that use the measured composition but still learn everything from scratch. Third, physics plus data: hybrid models and model-based experiment design. These use the kinetic model, but to pin down its parameters, not to make money, and they can jump to any setting. The gap: nobody combines kinetics learned from every GC reading with step-by-step planning toward profit, under a product spec and a fixed catalyst, in a tool a nonspecialist can use. That's this project.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test this safely, we built a digital twin: a textbook model of the reactor that predicts what comes out for any settings. It works per square </a:t>
            </a:r>
            <a:r>
              <a:rPr lang="en-US" dirty="0" err="1"/>
              <a:t>metre</a:t>
            </a:r>
            <a:r>
              <a:rPr lang="en-US" dirty="0"/>
              <a:t> of catalyst surface, so what it learns belongs to the catalyst material, not to one loading. Reactions speed up with temperature by the standard Arrhenius law, and profit is product value minus the costs of feed, compression and by-products, all from the GC reading. We use two chemistries. A simple one, and a complex one where three reactions compete: hotter is faster, but side reactions eat the product. On the complex one, the profitable temperature window is only about 30 degrees wide. Miss it and most of the profit is gone. The test reactor is deliberately imperfect: the product slows the reactions, and the GC has 1% error, effects our advisor isn't told about.</a:t>
            </a:r>
            <a:br>
              <a:rPr lang="en-US" dirty="0"/>
            </a:br>
            <a:r>
              <a:rPr lang="en-US" dirty="0"/>
              <a:t>Every method follows the same protocol: catalyst loaded once, the same five screening runs, then one allowed step per run, 25 runs, 10 campaigns. Because the reactor is simulated, we know the true best, and we score every method against it.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advisor runs a five-step loop after every run. One, fit the chemistry. It finds the reaction speeds that best explain every number on the GC. It starts simple, and adds 'the product slows the reaction' or 'the catalyst is ageing' only when the data clearly justify it. Two, keep alternatives. Several versions of the chemistry fit about equally well, so it keeps them all instead of trusting one lucky fit. Three, plan. Using the physics, it predicts profit everywhere in the operating range, finds the best settings, and works out how many allowed steps away they are. Four, correct. A statistical model, a Gaussian process, learns whatever the textbook still gets wrong, and it knows how noisy the GC is, so it never chases noise. Five, decide. It looks up to four runs ahead and picks the next step that earns the most over the runs you have left. The key idea: the physics we know is typed in, and what we don't know is learned from your runs. We compare it against the rules of thumb, plain Bayesian </a:t>
            </a:r>
            <a:r>
              <a:rPr lang="en-US" dirty="0" err="1"/>
              <a:t>optimisation</a:t>
            </a:r>
            <a:r>
              <a:rPr lang="en-US" dirty="0"/>
              <a:t> and a random walk, all under the same limits. Sumant will now show how it performed.</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the head-to-head, from the previous version of the advisor; the new planner's benchmark has just finished; first look on the next slide. </a:t>
            </a:r>
            <a:br>
              <a:rPr lang="en-IN" dirty="0"/>
            </a:br>
            <a:r>
              <a:rPr dirty="0"/>
              <a:t>Grey band: the five screening runs, identical for everyone. From run six each method chooses. </a:t>
            </a:r>
            <a:br>
              <a:rPr lang="en-IN" dirty="0"/>
            </a:br>
            <a:r>
              <a:rPr dirty="0"/>
              <a:t>The advisor, in orange, reaches </a:t>
            </a:r>
            <a:r>
              <a:rPr lang="en-US" dirty="0"/>
              <a:t>90% of the best possible profit in a median of 9 to 10</a:t>
            </a:r>
            <a:r>
              <a:rPr dirty="0"/>
              <a:t> runs. The rules of thumb, in green, need twenty-one runs on the simple chemistry and do not get there within twenty-five on the complex one. Plain Bayesian </a:t>
            </a:r>
            <a:r>
              <a:rPr dirty="0" err="1"/>
              <a:t>optimisation</a:t>
            </a:r>
            <a:r>
              <a:rPr dirty="0"/>
              <a:t>, in blue, sees only one profit number per run and cannot plan beyond one step, so it falls far behind. After ten and fifteen runs the advisor wins ten out of ten paired campaigns. To be fair: the rules get there too — after twenty-five runs they tie on the simple chemistry; the advisor's value is speed. And in the pink stress test we told the advisor an incomplete chemistry — one reaction left out, as a user might. Slower, but it still ends at ninety-nine per cent, because the statistical correction learns what it was not told.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advisor does not just find an optimum, it learns the chemistry. Dashed is what it learned from fifteen runs, solid is the truth it never saw. How strongly each reaction speeds up with heat comes out in the right order, and that order decides the best temperature. </a:t>
            </a:r>
            <a:r>
              <a:rPr lang="en-IN" dirty="0"/>
              <a:t>We want to </a:t>
            </a:r>
            <a:r>
              <a:rPr dirty="0"/>
              <a:t>ma</a:t>
            </a:r>
            <a:r>
              <a:rPr lang="en-IN" dirty="0"/>
              <a:t>k</a:t>
            </a:r>
            <a:r>
              <a:rPr dirty="0"/>
              <a:t>e the learning honest: product inhibition and catalyst ageing are only added when the data support them, and the new planner counts the runs you have left. The benchmark</a:t>
            </a:r>
            <a:r>
              <a:rPr lang="en-IN" dirty="0"/>
              <a:t> </a:t>
            </a:r>
            <a:r>
              <a:rPr dirty="0"/>
              <a:t>shows it ending at the best point and earning more on the way; on an ageing catalyst it earns more than before, but ageing is detected and reported, not solved. We are honest about the limits: all kinetics and prices are placeholders, the reactor is simulated, and the advisor needs to be told which reactions happen.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does this mean for a person? This is the web page — it runs on your own laptop. You type yesterday's set points and the GC printout, or import the log you already keep. It answers in plain English: the next run as five set points, the change from last time, the expected profit and why. It tells you where this is heading, how many runs away, and whether another run is worth its cost — in money, if you give it a cost per run. You run it, come back tomorrow, repeat. For a lab or a pilot plant with one reactor and no data scientist, that is about two weeks of reactor time, gas and operator time saved per campaign, a plant that earns while it learns, and suggestions that always stay one allowed step inside your limits. Today it ships with two reaction schemes; letting you type in your own chemistry is one of our next steps.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Where we are: a verified twin, a benchmarked </a:t>
            </a:r>
            <a:r>
              <a:rPr dirty="0" err="1"/>
              <a:t>optimisation</a:t>
            </a:r>
            <a:r>
              <a:rPr dirty="0"/>
              <a:t> package, the advisor with a rules-of-thumb baseline and a web tool, and this month's learning upgrade; everything is tested and on GitHub. Next, four steps. First, make the numbers real: so far everything runs on placeholder kinetics and prices, so next we collect real ones and a real GC log from the reactor with Professor Khare. Second, let users type in their own reactions, and let the advisor work out which reactions are actually happening. Third, a blind test: the advisor against a real chemist on the same reactor and budget. Fourth, show the trade-off between profit and purity, so the operator picks the point that fits the contract. To close: we asked for fewer experiments to the best operating point, for someone who is not a specialist. On the simulated reactor the answer is nine runs instead of twenty-one, in plain English. The next step is the real reactor. Thank you.</a:t>
            </a:r>
            <a:br>
              <a:rPr lang="en-IN" dirty="0"/>
            </a:br>
            <a:r>
              <a:rPr lang="pt-BR" dirty="0"/>
              <a:t>k(r) = σ² · (1 + √5·r/ℓ + 5r²/(3ℓ²)) · exp( −√5·r/ℓ ) - matern kernel</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BFD71-3DD2-4431-DE74-72FDAC429EDF}"/>
              </a:ext>
            </a:extLst>
          </p:cNvPr>
          <p:cNvSpPr>
            <a:spLocks noGrp="1"/>
          </p:cNvSpPr>
          <p:nvPr>
            <p:ph type="ctrTitle"/>
          </p:nvPr>
        </p:nvSpPr>
        <p:spPr>
          <a:xfrm>
            <a:off x="1524000" y="1600199"/>
            <a:ext cx="9144000" cy="1909763"/>
          </a:xfrm>
        </p:spPr>
        <p:txBody>
          <a:bodyPr anchor="b"/>
          <a:lstStyle>
            <a:lvl1pPr algn="ctr">
              <a:defRPr sz="6000" b="1">
                <a:solidFill>
                  <a:srgbClr val="8B2327"/>
                </a:solidFill>
              </a:defRPr>
            </a:lvl1pPr>
          </a:lstStyle>
          <a:p>
            <a:r>
              <a:rPr lang="en-US" dirty="0"/>
              <a:t>Click to edit Master title style</a:t>
            </a:r>
            <a:endParaRPr lang="en-AE" dirty="0"/>
          </a:p>
        </p:txBody>
      </p:sp>
      <p:sp>
        <p:nvSpPr>
          <p:cNvPr id="3" name="Subtitle 2">
            <a:extLst>
              <a:ext uri="{FF2B5EF4-FFF2-40B4-BE49-F238E27FC236}">
                <a16:creationId xmlns:a16="http://schemas.microsoft.com/office/drawing/2014/main" id="{C819BA6B-626E-C5ED-1981-3FD5BB730E02}"/>
              </a:ext>
            </a:extLst>
          </p:cNvPr>
          <p:cNvSpPr>
            <a:spLocks noGrp="1"/>
          </p:cNvSpPr>
          <p:nvPr>
            <p:ph type="subTitle" idx="1"/>
          </p:nvPr>
        </p:nvSpPr>
        <p:spPr>
          <a:xfrm>
            <a:off x="1524000" y="3602038"/>
            <a:ext cx="9144000" cy="1655762"/>
          </a:xfrm>
        </p:spPr>
        <p:txBody>
          <a:bodyPr>
            <a:normAutofit/>
          </a:bodyPr>
          <a:lstStyle>
            <a:lvl1pPr marL="0" indent="0" algn="ctr">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AE" dirty="0"/>
          </a:p>
        </p:txBody>
      </p:sp>
      <p:sp>
        <p:nvSpPr>
          <p:cNvPr id="4" name="Date Placeholder 3">
            <a:extLst>
              <a:ext uri="{FF2B5EF4-FFF2-40B4-BE49-F238E27FC236}">
                <a16:creationId xmlns:a16="http://schemas.microsoft.com/office/drawing/2014/main" id="{DF6A2A42-CF8A-4ABE-DF1F-2597344EEAA2}"/>
              </a:ext>
            </a:extLst>
          </p:cNvPr>
          <p:cNvSpPr>
            <a:spLocks noGrp="1"/>
          </p:cNvSpPr>
          <p:nvPr>
            <p:ph type="dt" sz="half" idx="10"/>
          </p:nvPr>
        </p:nvSpPr>
        <p:spPr>
          <a:xfrm>
            <a:off x="838200" y="6356350"/>
            <a:ext cx="2743200" cy="365125"/>
          </a:xfrm>
          <a:prstGeom prst="rect">
            <a:avLst/>
          </a:prstGeom>
        </p:spPr>
        <p:txBody>
          <a:bodyPr/>
          <a:lstStyle/>
          <a:p>
            <a:fld id="{6A598CA1-C44E-CE41-9557-B037BAF6F6DA}" type="datetimeFigureOut">
              <a:rPr lang="en-AE" smtClean="0"/>
              <a:t>16/10/2026</a:t>
            </a:fld>
            <a:endParaRPr lang="en-AE"/>
          </a:p>
        </p:txBody>
      </p:sp>
      <p:sp>
        <p:nvSpPr>
          <p:cNvPr id="5" name="Footer Placeholder 4">
            <a:extLst>
              <a:ext uri="{FF2B5EF4-FFF2-40B4-BE49-F238E27FC236}">
                <a16:creationId xmlns:a16="http://schemas.microsoft.com/office/drawing/2014/main" id="{FE2BAB31-F39E-3E0B-01B6-726A0C34CC59}"/>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6" name="Slide Number Placeholder 5">
            <a:extLst>
              <a:ext uri="{FF2B5EF4-FFF2-40B4-BE49-F238E27FC236}">
                <a16:creationId xmlns:a16="http://schemas.microsoft.com/office/drawing/2014/main" id="{11785934-DBB2-173F-D695-21AE1307BA3C}"/>
              </a:ext>
            </a:extLst>
          </p:cNvPr>
          <p:cNvSpPr>
            <a:spLocks noGrp="1"/>
          </p:cNvSpPr>
          <p:nvPr>
            <p:ph type="sldNum" sz="quarter" idx="12"/>
          </p:nvPr>
        </p:nvSpPr>
        <p:spPr>
          <a:xfrm>
            <a:off x="8610600" y="6356350"/>
            <a:ext cx="2743200" cy="365125"/>
          </a:xfrm>
          <a:prstGeom prst="rect">
            <a:avLst/>
          </a:prstGeom>
        </p:spPr>
        <p:txBody>
          <a:bodyPr/>
          <a:lstStyle/>
          <a:p>
            <a:fld id="{58E04906-7B88-A64C-A00D-2C1FE3B08737}" type="slidenum">
              <a:rPr lang="en-AE" smtClean="0"/>
              <a:t>‹#›</a:t>
            </a:fld>
            <a:endParaRPr lang="en-AE"/>
          </a:p>
        </p:txBody>
      </p:sp>
      <p:pic>
        <p:nvPicPr>
          <p:cNvPr id="10" name="Graphic 9">
            <a:extLst>
              <a:ext uri="{FF2B5EF4-FFF2-40B4-BE49-F238E27FC236}">
                <a16:creationId xmlns:a16="http://schemas.microsoft.com/office/drawing/2014/main" id="{9C70A6D9-46C6-3872-D3B9-51DC2207E48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090296" y="190499"/>
            <a:ext cx="3968354" cy="963743"/>
          </a:xfrm>
          <a:prstGeom prst="rect">
            <a:avLst/>
          </a:prstGeom>
        </p:spPr>
      </p:pic>
    </p:spTree>
    <p:extLst>
      <p:ext uri="{BB962C8B-B14F-4D97-AF65-F5344CB8AC3E}">
        <p14:creationId xmlns:p14="http://schemas.microsoft.com/office/powerpoint/2010/main" val="2564954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C7996-00FB-E2F0-E1CD-B2EAB7839BB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8214CAE7-5CF6-9E71-A796-3353F545C3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DAED15B4-1B31-7D7F-5778-392189E7731E}"/>
              </a:ext>
            </a:extLst>
          </p:cNvPr>
          <p:cNvSpPr>
            <a:spLocks noGrp="1"/>
          </p:cNvSpPr>
          <p:nvPr>
            <p:ph type="dt" sz="half" idx="10"/>
          </p:nvPr>
        </p:nvSpPr>
        <p:spPr>
          <a:xfrm>
            <a:off x="838200" y="6356350"/>
            <a:ext cx="2743200" cy="365125"/>
          </a:xfrm>
          <a:prstGeom prst="rect">
            <a:avLst/>
          </a:prstGeom>
        </p:spPr>
        <p:txBody>
          <a:bodyPr/>
          <a:lstStyle/>
          <a:p>
            <a:fld id="{6A598CA1-C44E-CE41-9557-B037BAF6F6DA}" type="datetimeFigureOut">
              <a:rPr lang="en-AE" smtClean="0"/>
              <a:t>16/10/2026</a:t>
            </a:fld>
            <a:endParaRPr lang="en-AE"/>
          </a:p>
        </p:txBody>
      </p:sp>
      <p:sp>
        <p:nvSpPr>
          <p:cNvPr id="5" name="Footer Placeholder 4">
            <a:extLst>
              <a:ext uri="{FF2B5EF4-FFF2-40B4-BE49-F238E27FC236}">
                <a16:creationId xmlns:a16="http://schemas.microsoft.com/office/drawing/2014/main" id="{69EB6F3A-FAB4-8344-A590-2AC6B948EE2F}"/>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6" name="Slide Number Placeholder 5">
            <a:extLst>
              <a:ext uri="{FF2B5EF4-FFF2-40B4-BE49-F238E27FC236}">
                <a16:creationId xmlns:a16="http://schemas.microsoft.com/office/drawing/2014/main" id="{1F155093-D4E3-E142-D8DE-42A0E17B7327}"/>
              </a:ext>
            </a:extLst>
          </p:cNvPr>
          <p:cNvSpPr>
            <a:spLocks noGrp="1"/>
          </p:cNvSpPr>
          <p:nvPr>
            <p:ph type="sldNum" sz="quarter" idx="12"/>
          </p:nvPr>
        </p:nvSpPr>
        <p:spPr>
          <a:xfrm>
            <a:off x="8610600" y="6356350"/>
            <a:ext cx="2743200" cy="365125"/>
          </a:xfrm>
          <a:prstGeom prst="rect">
            <a:avLst/>
          </a:prstGeom>
        </p:spPr>
        <p:txBody>
          <a:bodyPr/>
          <a:lstStyle/>
          <a:p>
            <a:fld id="{58E04906-7B88-A64C-A00D-2C1FE3B08737}" type="slidenum">
              <a:rPr lang="en-AE" smtClean="0"/>
              <a:t>‹#›</a:t>
            </a:fld>
            <a:endParaRPr lang="en-AE"/>
          </a:p>
        </p:txBody>
      </p:sp>
    </p:spTree>
    <p:extLst>
      <p:ext uri="{BB962C8B-B14F-4D97-AF65-F5344CB8AC3E}">
        <p14:creationId xmlns:p14="http://schemas.microsoft.com/office/powerpoint/2010/main" val="1459915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3321C-BD9A-156A-D977-E20927BD1B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046F1C15-FA45-4F80-EFFC-D53A9EDD8A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60F33A-1594-7028-AEFB-F6744E9B0AEE}"/>
              </a:ext>
            </a:extLst>
          </p:cNvPr>
          <p:cNvSpPr>
            <a:spLocks noGrp="1"/>
          </p:cNvSpPr>
          <p:nvPr>
            <p:ph type="dt" sz="half" idx="10"/>
          </p:nvPr>
        </p:nvSpPr>
        <p:spPr>
          <a:xfrm>
            <a:off x="838200" y="6356350"/>
            <a:ext cx="2743200" cy="365125"/>
          </a:xfrm>
          <a:prstGeom prst="rect">
            <a:avLst/>
          </a:prstGeom>
        </p:spPr>
        <p:txBody>
          <a:bodyPr/>
          <a:lstStyle/>
          <a:p>
            <a:fld id="{6A598CA1-C44E-CE41-9557-B037BAF6F6DA}" type="datetimeFigureOut">
              <a:rPr lang="en-AE" smtClean="0"/>
              <a:t>16/10/2026</a:t>
            </a:fld>
            <a:endParaRPr lang="en-AE"/>
          </a:p>
        </p:txBody>
      </p:sp>
      <p:sp>
        <p:nvSpPr>
          <p:cNvPr id="5" name="Footer Placeholder 4">
            <a:extLst>
              <a:ext uri="{FF2B5EF4-FFF2-40B4-BE49-F238E27FC236}">
                <a16:creationId xmlns:a16="http://schemas.microsoft.com/office/drawing/2014/main" id="{5E31F0E1-3C30-7F2A-E2EB-5E1FB44BB9F3}"/>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6" name="Slide Number Placeholder 5">
            <a:extLst>
              <a:ext uri="{FF2B5EF4-FFF2-40B4-BE49-F238E27FC236}">
                <a16:creationId xmlns:a16="http://schemas.microsoft.com/office/drawing/2014/main" id="{1AFE726D-7796-4D7C-44C8-CCC6B88C4497}"/>
              </a:ext>
            </a:extLst>
          </p:cNvPr>
          <p:cNvSpPr>
            <a:spLocks noGrp="1"/>
          </p:cNvSpPr>
          <p:nvPr>
            <p:ph type="sldNum" sz="quarter" idx="12"/>
          </p:nvPr>
        </p:nvSpPr>
        <p:spPr>
          <a:xfrm>
            <a:off x="8610600" y="6356350"/>
            <a:ext cx="2743200" cy="365125"/>
          </a:xfrm>
          <a:prstGeom prst="rect">
            <a:avLst/>
          </a:prstGeom>
        </p:spPr>
        <p:txBody>
          <a:bodyPr/>
          <a:lstStyle/>
          <a:p>
            <a:fld id="{58E04906-7B88-A64C-A00D-2C1FE3B08737}" type="slidenum">
              <a:rPr lang="en-AE" smtClean="0"/>
              <a:t>‹#›</a:t>
            </a:fld>
            <a:endParaRPr lang="en-AE"/>
          </a:p>
        </p:txBody>
      </p:sp>
    </p:spTree>
    <p:extLst>
      <p:ext uri="{BB962C8B-B14F-4D97-AF65-F5344CB8AC3E}">
        <p14:creationId xmlns:p14="http://schemas.microsoft.com/office/powerpoint/2010/main" val="3177718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50356-0B60-34DA-23D7-F7E04F9E5B40}"/>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776AD5A1-AAED-FA2F-E867-5F88CB1B8E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854F27F1-35C2-BE5E-3094-BCEA8939D9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FFCE26ED-0595-2A4E-BE1D-B3CFF9B6699C}"/>
              </a:ext>
            </a:extLst>
          </p:cNvPr>
          <p:cNvSpPr>
            <a:spLocks noGrp="1"/>
          </p:cNvSpPr>
          <p:nvPr>
            <p:ph type="dt" sz="half" idx="10"/>
          </p:nvPr>
        </p:nvSpPr>
        <p:spPr>
          <a:xfrm>
            <a:off x="838200" y="6356350"/>
            <a:ext cx="2743200" cy="365125"/>
          </a:xfrm>
          <a:prstGeom prst="rect">
            <a:avLst/>
          </a:prstGeom>
        </p:spPr>
        <p:txBody>
          <a:bodyPr/>
          <a:lstStyle/>
          <a:p>
            <a:fld id="{6A598CA1-C44E-CE41-9557-B037BAF6F6DA}" type="datetimeFigureOut">
              <a:rPr lang="en-AE" smtClean="0"/>
              <a:t>16/10/2026</a:t>
            </a:fld>
            <a:endParaRPr lang="en-AE"/>
          </a:p>
        </p:txBody>
      </p:sp>
      <p:sp>
        <p:nvSpPr>
          <p:cNvPr id="6" name="Footer Placeholder 5">
            <a:extLst>
              <a:ext uri="{FF2B5EF4-FFF2-40B4-BE49-F238E27FC236}">
                <a16:creationId xmlns:a16="http://schemas.microsoft.com/office/drawing/2014/main" id="{A02BC6AD-61AD-C491-D390-4DF8DBE7BF0F}"/>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7" name="Slide Number Placeholder 6">
            <a:extLst>
              <a:ext uri="{FF2B5EF4-FFF2-40B4-BE49-F238E27FC236}">
                <a16:creationId xmlns:a16="http://schemas.microsoft.com/office/drawing/2014/main" id="{54383D52-BA4D-73A8-C5DE-84600ED18FC5}"/>
              </a:ext>
            </a:extLst>
          </p:cNvPr>
          <p:cNvSpPr>
            <a:spLocks noGrp="1"/>
          </p:cNvSpPr>
          <p:nvPr>
            <p:ph type="sldNum" sz="quarter" idx="12"/>
          </p:nvPr>
        </p:nvSpPr>
        <p:spPr>
          <a:xfrm>
            <a:off x="8610600" y="6356350"/>
            <a:ext cx="2743200" cy="365125"/>
          </a:xfrm>
          <a:prstGeom prst="rect">
            <a:avLst/>
          </a:prstGeom>
        </p:spPr>
        <p:txBody>
          <a:bodyPr/>
          <a:lstStyle/>
          <a:p>
            <a:fld id="{58E04906-7B88-A64C-A00D-2C1FE3B08737}" type="slidenum">
              <a:rPr lang="en-AE" smtClean="0"/>
              <a:t>‹#›</a:t>
            </a:fld>
            <a:endParaRPr lang="en-AE"/>
          </a:p>
        </p:txBody>
      </p:sp>
    </p:spTree>
    <p:extLst>
      <p:ext uri="{BB962C8B-B14F-4D97-AF65-F5344CB8AC3E}">
        <p14:creationId xmlns:p14="http://schemas.microsoft.com/office/powerpoint/2010/main" val="844888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7020D-ED54-BE84-AC37-CA0241C31942}"/>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58DC1997-71E6-B761-F336-E3B9DDF8DB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80F264-1CC4-C3BF-9103-D1D6B0874E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CE3F52AD-A836-9098-5EAE-C475DDF69A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A7402A-5082-B3E8-38F7-836201DC66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C95B2929-14BB-4295-A170-C66993D9F06F}"/>
              </a:ext>
            </a:extLst>
          </p:cNvPr>
          <p:cNvSpPr>
            <a:spLocks noGrp="1"/>
          </p:cNvSpPr>
          <p:nvPr>
            <p:ph type="dt" sz="half" idx="10"/>
          </p:nvPr>
        </p:nvSpPr>
        <p:spPr>
          <a:xfrm>
            <a:off x="838200" y="6356350"/>
            <a:ext cx="2743200" cy="365125"/>
          </a:xfrm>
          <a:prstGeom prst="rect">
            <a:avLst/>
          </a:prstGeom>
        </p:spPr>
        <p:txBody>
          <a:bodyPr/>
          <a:lstStyle/>
          <a:p>
            <a:fld id="{6A598CA1-C44E-CE41-9557-B037BAF6F6DA}" type="datetimeFigureOut">
              <a:rPr lang="en-AE" smtClean="0"/>
              <a:t>16/10/2026</a:t>
            </a:fld>
            <a:endParaRPr lang="en-AE"/>
          </a:p>
        </p:txBody>
      </p:sp>
      <p:sp>
        <p:nvSpPr>
          <p:cNvPr id="8" name="Footer Placeholder 7">
            <a:extLst>
              <a:ext uri="{FF2B5EF4-FFF2-40B4-BE49-F238E27FC236}">
                <a16:creationId xmlns:a16="http://schemas.microsoft.com/office/drawing/2014/main" id="{8FC78BE8-E3F7-22F3-B129-7DDB3EB752E6}"/>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9" name="Slide Number Placeholder 8">
            <a:extLst>
              <a:ext uri="{FF2B5EF4-FFF2-40B4-BE49-F238E27FC236}">
                <a16:creationId xmlns:a16="http://schemas.microsoft.com/office/drawing/2014/main" id="{6E8CDBAB-C693-E7CF-EAF1-E7C258D9FC67}"/>
              </a:ext>
            </a:extLst>
          </p:cNvPr>
          <p:cNvSpPr>
            <a:spLocks noGrp="1"/>
          </p:cNvSpPr>
          <p:nvPr>
            <p:ph type="sldNum" sz="quarter" idx="12"/>
          </p:nvPr>
        </p:nvSpPr>
        <p:spPr>
          <a:xfrm>
            <a:off x="8610600" y="6356350"/>
            <a:ext cx="2743200" cy="365125"/>
          </a:xfrm>
          <a:prstGeom prst="rect">
            <a:avLst/>
          </a:prstGeom>
        </p:spPr>
        <p:txBody>
          <a:bodyPr/>
          <a:lstStyle/>
          <a:p>
            <a:fld id="{58E04906-7B88-A64C-A00D-2C1FE3B08737}" type="slidenum">
              <a:rPr lang="en-AE" smtClean="0"/>
              <a:t>‹#›</a:t>
            </a:fld>
            <a:endParaRPr lang="en-AE"/>
          </a:p>
        </p:txBody>
      </p:sp>
    </p:spTree>
    <p:extLst>
      <p:ext uri="{BB962C8B-B14F-4D97-AF65-F5344CB8AC3E}">
        <p14:creationId xmlns:p14="http://schemas.microsoft.com/office/powerpoint/2010/main" val="4225065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EF629E1-D5F3-510C-8E5B-D1446C44B6FD}"/>
              </a:ext>
            </a:extLst>
          </p:cNvPr>
          <p:cNvSpPr>
            <a:spLocks noGrp="1"/>
          </p:cNvSpPr>
          <p:nvPr>
            <p:ph type="dt" sz="half" idx="10"/>
          </p:nvPr>
        </p:nvSpPr>
        <p:spPr>
          <a:xfrm>
            <a:off x="838200" y="6356350"/>
            <a:ext cx="2743200" cy="365125"/>
          </a:xfrm>
          <a:prstGeom prst="rect">
            <a:avLst/>
          </a:prstGeom>
        </p:spPr>
        <p:txBody>
          <a:bodyPr/>
          <a:lstStyle/>
          <a:p>
            <a:fld id="{6A598CA1-C44E-CE41-9557-B037BAF6F6DA}" type="datetimeFigureOut">
              <a:rPr lang="en-AE" smtClean="0"/>
              <a:t>16/10/2026</a:t>
            </a:fld>
            <a:endParaRPr lang="en-AE"/>
          </a:p>
        </p:txBody>
      </p:sp>
      <p:sp>
        <p:nvSpPr>
          <p:cNvPr id="4" name="Footer Placeholder 3">
            <a:extLst>
              <a:ext uri="{FF2B5EF4-FFF2-40B4-BE49-F238E27FC236}">
                <a16:creationId xmlns:a16="http://schemas.microsoft.com/office/drawing/2014/main" id="{23D7BD7F-D129-61B2-26B0-1C0059D5A475}"/>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5" name="Slide Number Placeholder 4">
            <a:extLst>
              <a:ext uri="{FF2B5EF4-FFF2-40B4-BE49-F238E27FC236}">
                <a16:creationId xmlns:a16="http://schemas.microsoft.com/office/drawing/2014/main" id="{51E0B154-CCDB-A4EC-19B7-4A03BACDFE53}"/>
              </a:ext>
            </a:extLst>
          </p:cNvPr>
          <p:cNvSpPr>
            <a:spLocks noGrp="1"/>
          </p:cNvSpPr>
          <p:nvPr>
            <p:ph type="sldNum" sz="quarter" idx="12"/>
          </p:nvPr>
        </p:nvSpPr>
        <p:spPr>
          <a:xfrm>
            <a:off x="8610600" y="6356350"/>
            <a:ext cx="2743200" cy="365125"/>
          </a:xfrm>
          <a:prstGeom prst="rect">
            <a:avLst/>
          </a:prstGeom>
        </p:spPr>
        <p:txBody>
          <a:bodyPr/>
          <a:lstStyle/>
          <a:p>
            <a:fld id="{58E04906-7B88-A64C-A00D-2C1FE3B08737}" type="slidenum">
              <a:rPr lang="en-AE" smtClean="0"/>
              <a:t>‹#›</a:t>
            </a:fld>
            <a:endParaRPr lang="en-AE"/>
          </a:p>
        </p:txBody>
      </p:sp>
      <p:sp>
        <p:nvSpPr>
          <p:cNvPr id="6" name="Title 1">
            <a:extLst>
              <a:ext uri="{FF2B5EF4-FFF2-40B4-BE49-F238E27FC236}">
                <a16:creationId xmlns:a16="http://schemas.microsoft.com/office/drawing/2014/main" id="{CD8A78BC-A0FF-C5F8-5018-8A5853409E18}"/>
              </a:ext>
            </a:extLst>
          </p:cNvPr>
          <p:cNvSpPr>
            <a:spLocks noGrp="1"/>
          </p:cNvSpPr>
          <p:nvPr>
            <p:ph type="title"/>
          </p:nvPr>
        </p:nvSpPr>
        <p:spPr>
          <a:xfrm>
            <a:off x="252880" y="848810"/>
            <a:ext cx="11669494" cy="528309"/>
          </a:xfrm>
        </p:spPr>
        <p:txBody>
          <a:bodyPr>
            <a:noAutofit/>
          </a:bodyPr>
          <a:lstStyle>
            <a:lvl1pPr>
              <a:defRPr sz="3600" b="1">
                <a:solidFill>
                  <a:srgbClr val="8B2327"/>
                </a:solidFill>
                <a:latin typeface="Arial" panose="020B0604020202020204" pitchFamily="34" charset="0"/>
                <a:cs typeface="Arial" panose="020B0604020202020204" pitchFamily="34" charset="0"/>
              </a:defRPr>
            </a:lvl1pPr>
          </a:lstStyle>
          <a:p>
            <a:r>
              <a:rPr lang="en-US"/>
              <a:t>Click to edit Master title style</a:t>
            </a:r>
            <a:endParaRPr lang="en-AE"/>
          </a:p>
        </p:txBody>
      </p:sp>
      <p:pic>
        <p:nvPicPr>
          <p:cNvPr id="7" name="Graphic 6">
            <a:extLst>
              <a:ext uri="{FF2B5EF4-FFF2-40B4-BE49-F238E27FC236}">
                <a16:creationId xmlns:a16="http://schemas.microsoft.com/office/drawing/2014/main" id="{751693C2-FA7B-F580-7C59-3C503C71C3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78320" y="190500"/>
            <a:ext cx="1880329" cy="456651"/>
          </a:xfrm>
          <a:prstGeom prst="rect">
            <a:avLst/>
          </a:prstGeom>
        </p:spPr>
      </p:pic>
    </p:spTree>
    <p:extLst>
      <p:ext uri="{BB962C8B-B14F-4D97-AF65-F5344CB8AC3E}">
        <p14:creationId xmlns:p14="http://schemas.microsoft.com/office/powerpoint/2010/main" val="1074902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7900B90-F671-7C10-57A5-A224605973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178320" y="190500"/>
            <a:ext cx="1880329" cy="456651"/>
          </a:xfrm>
          <a:prstGeom prst="rect">
            <a:avLst/>
          </a:prstGeom>
        </p:spPr>
      </p:pic>
      <p:sp>
        <p:nvSpPr>
          <p:cNvPr id="14" name="Title 1">
            <a:extLst>
              <a:ext uri="{FF2B5EF4-FFF2-40B4-BE49-F238E27FC236}">
                <a16:creationId xmlns:a16="http://schemas.microsoft.com/office/drawing/2014/main" id="{3B2E5AA1-781F-76E9-3B2F-B6F7883D47E1}"/>
              </a:ext>
            </a:extLst>
          </p:cNvPr>
          <p:cNvSpPr>
            <a:spLocks noGrp="1"/>
          </p:cNvSpPr>
          <p:nvPr>
            <p:ph type="title"/>
          </p:nvPr>
        </p:nvSpPr>
        <p:spPr>
          <a:xfrm>
            <a:off x="252880" y="848810"/>
            <a:ext cx="11669494" cy="528309"/>
          </a:xfrm>
        </p:spPr>
        <p:txBody>
          <a:bodyPr>
            <a:noAutofit/>
          </a:bodyPr>
          <a:lstStyle>
            <a:lvl1pPr>
              <a:defRPr sz="3600" b="1">
                <a:solidFill>
                  <a:srgbClr val="8B2327"/>
                </a:solidFill>
                <a:latin typeface="Arial" panose="020B0604020202020204" pitchFamily="34" charset="0"/>
                <a:cs typeface="Arial" panose="020B0604020202020204" pitchFamily="34" charset="0"/>
              </a:defRPr>
            </a:lvl1pPr>
          </a:lstStyle>
          <a:p>
            <a:r>
              <a:rPr lang="en-US"/>
              <a:t>Click to edit Master title style</a:t>
            </a:r>
            <a:endParaRPr lang="en-AE"/>
          </a:p>
        </p:txBody>
      </p:sp>
    </p:spTree>
    <p:extLst>
      <p:ext uri="{BB962C8B-B14F-4D97-AF65-F5344CB8AC3E}">
        <p14:creationId xmlns:p14="http://schemas.microsoft.com/office/powerpoint/2010/main" val="3434620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F729F-7D9A-A960-F525-0DBC79BD73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005E698D-76E8-DCD5-4845-3251C46EA2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AA5ADE36-B481-9C5E-DCA5-15D0B91474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160613-4BCD-C7D5-71F4-DA20F2843CC3}"/>
              </a:ext>
            </a:extLst>
          </p:cNvPr>
          <p:cNvSpPr>
            <a:spLocks noGrp="1"/>
          </p:cNvSpPr>
          <p:nvPr>
            <p:ph type="dt" sz="half" idx="10"/>
          </p:nvPr>
        </p:nvSpPr>
        <p:spPr>
          <a:xfrm>
            <a:off x="838200" y="6356350"/>
            <a:ext cx="2743200" cy="365125"/>
          </a:xfrm>
          <a:prstGeom prst="rect">
            <a:avLst/>
          </a:prstGeom>
        </p:spPr>
        <p:txBody>
          <a:bodyPr/>
          <a:lstStyle/>
          <a:p>
            <a:fld id="{6A598CA1-C44E-CE41-9557-B037BAF6F6DA}" type="datetimeFigureOut">
              <a:rPr lang="en-AE" smtClean="0"/>
              <a:t>16/10/2026</a:t>
            </a:fld>
            <a:endParaRPr lang="en-AE"/>
          </a:p>
        </p:txBody>
      </p:sp>
      <p:sp>
        <p:nvSpPr>
          <p:cNvPr id="6" name="Footer Placeholder 5">
            <a:extLst>
              <a:ext uri="{FF2B5EF4-FFF2-40B4-BE49-F238E27FC236}">
                <a16:creationId xmlns:a16="http://schemas.microsoft.com/office/drawing/2014/main" id="{17B98DF6-8EF9-A52E-9593-2E53C6331676}"/>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7" name="Slide Number Placeholder 6">
            <a:extLst>
              <a:ext uri="{FF2B5EF4-FFF2-40B4-BE49-F238E27FC236}">
                <a16:creationId xmlns:a16="http://schemas.microsoft.com/office/drawing/2014/main" id="{984D1AE7-907B-781F-8D3D-BBCFA00DF572}"/>
              </a:ext>
            </a:extLst>
          </p:cNvPr>
          <p:cNvSpPr>
            <a:spLocks noGrp="1"/>
          </p:cNvSpPr>
          <p:nvPr>
            <p:ph type="sldNum" sz="quarter" idx="12"/>
          </p:nvPr>
        </p:nvSpPr>
        <p:spPr>
          <a:xfrm>
            <a:off x="8610600" y="6356350"/>
            <a:ext cx="2743200" cy="365125"/>
          </a:xfrm>
          <a:prstGeom prst="rect">
            <a:avLst/>
          </a:prstGeom>
        </p:spPr>
        <p:txBody>
          <a:bodyPr/>
          <a:lstStyle/>
          <a:p>
            <a:fld id="{58E04906-7B88-A64C-A00D-2C1FE3B08737}" type="slidenum">
              <a:rPr lang="en-AE" smtClean="0"/>
              <a:t>‹#›</a:t>
            </a:fld>
            <a:endParaRPr lang="en-AE"/>
          </a:p>
        </p:txBody>
      </p:sp>
    </p:spTree>
    <p:extLst>
      <p:ext uri="{BB962C8B-B14F-4D97-AF65-F5344CB8AC3E}">
        <p14:creationId xmlns:p14="http://schemas.microsoft.com/office/powerpoint/2010/main" val="2504708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045CC-ED39-FD27-4AEA-D742D9160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CED27155-1ED1-8CED-61F2-D33DF744B6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6D2F1FB9-54F6-5F7E-922D-FE7F85D8F4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252F46-6EB6-4F85-E7BD-1D626CA53085}"/>
              </a:ext>
            </a:extLst>
          </p:cNvPr>
          <p:cNvSpPr>
            <a:spLocks noGrp="1"/>
          </p:cNvSpPr>
          <p:nvPr>
            <p:ph type="dt" sz="half" idx="10"/>
          </p:nvPr>
        </p:nvSpPr>
        <p:spPr>
          <a:xfrm>
            <a:off x="838200" y="6356350"/>
            <a:ext cx="2743200" cy="365125"/>
          </a:xfrm>
          <a:prstGeom prst="rect">
            <a:avLst/>
          </a:prstGeom>
        </p:spPr>
        <p:txBody>
          <a:bodyPr/>
          <a:lstStyle/>
          <a:p>
            <a:fld id="{6A598CA1-C44E-CE41-9557-B037BAF6F6DA}" type="datetimeFigureOut">
              <a:rPr lang="en-AE" smtClean="0"/>
              <a:t>16/10/2026</a:t>
            </a:fld>
            <a:endParaRPr lang="en-AE"/>
          </a:p>
        </p:txBody>
      </p:sp>
      <p:sp>
        <p:nvSpPr>
          <p:cNvPr id="6" name="Footer Placeholder 5">
            <a:extLst>
              <a:ext uri="{FF2B5EF4-FFF2-40B4-BE49-F238E27FC236}">
                <a16:creationId xmlns:a16="http://schemas.microsoft.com/office/drawing/2014/main" id="{8DAF4ABB-8C77-C7BA-A046-7E4995D6D86E}"/>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7" name="Slide Number Placeholder 6">
            <a:extLst>
              <a:ext uri="{FF2B5EF4-FFF2-40B4-BE49-F238E27FC236}">
                <a16:creationId xmlns:a16="http://schemas.microsoft.com/office/drawing/2014/main" id="{3117C2F9-506E-7F6B-4FD5-907B03C8D6D3}"/>
              </a:ext>
            </a:extLst>
          </p:cNvPr>
          <p:cNvSpPr>
            <a:spLocks noGrp="1"/>
          </p:cNvSpPr>
          <p:nvPr>
            <p:ph type="sldNum" sz="quarter" idx="12"/>
          </p:nvPr>
        </p:nvSpPr>
        <p:spPr>
          <a:xfrm>
            <a:off x="8610600" y="6356350"/>
            <a:ext cx="2743200" cy="365125"/>
          </a:xfrm>
          <a:prstGeom prst="rect">
            <a:avLst/>
          </a:prstGeom>
        </p:spPr>
        <p:txBody>
          <a:bodyPr/>
          <a:lstStyle/>
          <a:p>
            <a:fld id="{58E04906-7B88-A64C-A00D-2C1FE3B08737}" type="slidenum">
              <a:rPr lang="en-AE" smtClean="0"/>
              <a:t>‹#›</a:t>
            </a:fld>
            <a:endParaRPr lang="en-AE"/>
          </a:p>
        </p:txBody>
      </p:sp>
    </p:spTree>
    <p:extLst>
      <p:ext uri="{BB962C8B-B14F-4D97-AF65-F5344CB8AC3E}">
        <p14:creationId xmlns:p14="http://schemas.microsoft.com/office/powerpoint/2010/main" val="2438982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CDC88-B3A0-760E-C6DA-2340042D1B35}"/>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E695C4B2-DEBB-E5FD-1D6D-8973A45412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4F0999DE-67B7-175A-6231-AE339C9F5422}"/>
              </a:ext>
            </a:extLst>
          </p:cNvPr>
          <p:cNvSpPr>
            <a:spLocks noGrp="1"/>
          </p:cNvSpPr>
          <p:nvPr>
            <p:ph type="dt" sz="half" idx="10"/>
          </p:nvPr>
        </p:nvSpPr>
        <p:spPr>
          <a:xfrm>
            <a:off x="838200" y="6356350"/>
            <a:ext cx="2743200" cy="365125"/>
          </a:xfrm>
          <a:prstGeom prst="rect">
            <a:avLst/>
          </a:prstGeom>
        </p:spPr>
        <p:txBody>
          <a:bodyPr/>
          <a:lstStyle/>
          <a:p>
            <a:fld id="{6A598CA1-C44E-CE41-9557-B037BAF6F6DA}" type="datetimeFigureOut">
              <a:rPr lang="en-AE" smtClean="0"/>
              <a:t>16/10/2026</a:t>
            </a:fld>
            <a:endParaRPr lang="en-AE"/>
          </a:p>
        </p:txBody>
      </p:sp>
      <p:sp>
        <p:nvSpPr>
          <p:cNvPr id="5" name="Footer Placeholder 4">
            <a:extLst>
              <a:ext uri="{FF2B5EF4-FFF2-40B4-BE49-F238E27FC236}">
                <a16:creationId xmlns:a16="http://schemas.microsoft.com/office/drawing/2014/main" id="{B252C9C2-B395-6A5E-D4A4-AF39E1078D83}"/>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6" name="Slide Number Placeholder 5">
            <a:extLst>
              <a:ext uri="{FF2B5EF4-FFF2-40B4-BE49-F238E27FC236}">
                <a16:creationId xmlns:a16="http://schemas.microsoft.com/office/drawing/2014/main" id="{345055D1-B3E7-64D3-F27E-CF1C0AC1A82A}"/>
              </a:ext>
            </a:extLst>
          </p:cNvPr>
          <p:cNvSpPr>
            <a:spLocks noGrp="1"/>
          </p:cNvSpPr>
          <p:nvPr>
            <p:ph type="sldNum" sz="quarter" idx="12"/>
          </p:nvPr>
        </p:nvSpPr>
        <p:spPr>
          <a:xfrm>
            <a:off x="8610600" y="6356350"/>
            <a:ext cx="2743200" cy="365125"/>
          </a:xfrm>
          <a:prstGeom prst="rect">
            <a:avLst/>
          </a:prstGeom>
        </p:spPr>
        <p:txBody>
          <a:bodyPr/>
          <a:lstStyle/>
          <a:p>
            <a:fld id="{58E04906-7B88-A64C-A00D-2C1FE3B08737}" type="slidenum">
              <a:rPr lang="en-AE" smtClean="0"/>
              <a:t>‹#›</a:t>
            </a:fld>
            <a:endParaRPr lang="en-AE"/>
          </a:p>
        </p:txBody>
      </p:sp>
    </p:spTree>
    <p:extLst>
      <p:ext uri="{BB962C8B-B14F-4D97-AF65-F5344CB8AC3E}">
        <p14:creationId xmlns:p14="http://schemas.microsoft.com/office/powerpoint/2010/main" val="3670535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2816EA-81DD-C17F-28BE-A2262C0B7D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39E9233D-6EA4-85D2-E439-BE70542332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38569742-D95E-5F21-755E-3C8D68AD41A7}"/>
              </a:ext>
            </a:extLst>
          </p:cNvPr>
          <p:cNvSpPr>
            <a:spLocks noGrp="1"/>
          </p:cNvSpPr>
          <p:nvPr>
            <p:ph type="dt" sz="half" idx="10"/>
          </p:nvPr>
        </p:nvSpPr>
        <p:spPr>
          <a:xfrm>
            <a:off x="838200" y="6356350"/>
            <a:ext cx="2743200" cy="365125"/>
          </a:xfrm>
          <a:prstGeom prst="rect">
            <a:avLst/>
          </a:prstGeom>
        </p:spPr>
        <p:txBody>
          <a:bodyPr/>
          <a:lstStyle/>
          <a:p>
            <a:fld id="{6A598CA1-C44E-CE41-9557-B037BAF6F6DA}" type="datetimeFigureOut">
              <a:rPr lang="en-AE" smtClean="0"/>
              <a:t>16/10/2026</a:t>
            </a:fld>
            <a:endParaRPr lang="en-AE"/>
          </a:p>
        </p:txBody>
      </p:sp>
      <p:sp>
        <p:nvSpPr>
          <p:cNvPr id="5" name="Footer Placeholder 4">
            <a:extLst>
              <a:ext uri="{FF2B5EF4-FFF2-40B4-BE49-F238E27FC236}">
                <a16:creationId xmlns:a16="http://schemas.microsoft.com/office/drawing/2014/main" id="{B064DF87-2071-458E-F9C6-66C7C31925DD}"/>
              </a:ext>
            </a:extLst>
          </p:cNvPr>
          <p:cNvSpPr>
            <a:spLocks noGrp="1"/>
          </p:cNvSpPr>
          <p:nvPr>
            <p:ph type="ftr" sz="quarter" idx="11"/>
          </p:nvPr>
        </p:nvSpPr>
        <p:spPr>
          <a:xfrm>
            <a:off x="4038600" y="6356350"/>
            <a:ext cx="4114800" cy="365125"/>
          </a:xfrm>
          <a:prstGeom prst="rect">
            <a:avLst/>
          </a:prstGeom>
        </p:spPr>
        <p:txBody>
          <a:bodyPr/>
          <a:lstStyle/>
          <a:p>
            <a:endParaRPr lang="en-AE"/>
          </a:p>
        </p:txBody>
      </p:sp>
      <p:sp>
        <p:nvSpPr>
          <p:cNvPr id="6" name="Slide Number Placeholder 5">
            <a:extLst>
              <a:ext uri="{FF2B5EF4-FFF2-40B4-BE49-F238E27FC236}">
                <a16:creationId xmlns:a16="http://schemas.microsoft.com/office/drawing/2014/main" id="{4AD8846D-CEB4-3F08-F3C6-4028DD19B721}"/>
              </a:ext>
            </a:extLst>
          </p:cNvPr>
          <p:cNvSpPr>
            <a:spLocks noGrp="1"/>
          </p:cNvSpPr>
          <p:nvPr>
            <p:ph type="sldNum" sz="quarter" idx="12"/>
          </p:nvPr>
        </p:nvSpPr>
        <p:spPr>
          <a:xfrm>
            <a:off x="8610600" y="6356350"/>
            <a:ext cx="2743200" cy="365125"/>
          </a:xfrm>
          <a:prstGeom prst="rect">
            <a:avLst/>
          </a:prstGeom>
        </p:spPr>
        <p:txBody>
          <a:bodyPr/>
          <a:lstStyle/>
          <a:p>
            <a:fld id="{58E04906-7B88-A64C-A00D-2C1FE3B08737}" type="slidenum">
              <a:rPr lang="en-AE" smtClean="0"/>
              <a:t>‹#›</a:t>
            </a:fld>
            <a:endParaRPr lang="en-AE"/>
          </a:p>
        </p:txBody>
      </p:sp>
    </p:spTree>
    <p:extLst>
      <p:ext uri="{BB962C8B-B14F-4D97-AF65-F5344CB8AC3E}">
        <p14:creationId xmlns:p14="http://schemas.microsoft.com/office/powerpoint/2010/main" val="14053878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a:xfrm>
            <a:off x="838200" y="6356350"/>
            <a:ext cx="2743200" cy="365125"/>
          </a:xfrm>
          <a:prstGeom prst="rect">
            <a:avLst/>
          </a:prstGeom>
        </p:spPr>
        <p:txBody>
          <a:bodyPr/>
          <a:lstStyle/>
          <a:p>
            <a:fld id="{1663657D-8E22-4681-BD7E-16E8F6F56673}" type="datetimeFigureOut">
              <a:rPr lang="en-FI" smtClean="0"/>
              <a:t>10/16/2026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a:xfrm>
            <a:off x="4038600" y="6356350"/>
            <a:ext cx="4114800" cy="365125"/>
          </a:xfrm>
          <a:prstGeom prst="rect">
            <a:avLst/>
          </a:prstGeom>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a:xfrm>
            <a:off x="8610600" y="6356350"/>
            <a:ext cx="2743200" cy="365125"/>
          </a:xfrm>
          <a:prstGeom prst="rect">
            <a:avLst/>
          </a:prstGeom>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838200" y="1798320"/>
            <a:ext cx="105156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spTree>
    <p:extLst>
      <p:ext uri="{BB962C8B-B14F-4D97-AF65-F5344CB8AC3E}">
        <p14:creationId xmlns:p14="http://schemas.microsoft.com/office/powerpoint/2010/main" val="1654562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516B2C-8B03-8FB1-4FF0-1681B95C56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90FEBECA-4961-67C5-7929-9990A44F91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08DFAE0A-55D6-BEAC-2FC7-E737992378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598CA1-C44E-CE41-9557-B037BAF6F6DA}" type="datetimeFigureOut">
              <a:rPr lang="en-AE" smtClean="0"/>
              <a:t>16/10/2026</a:t>
            </a:fld>
            <a:endParaRPr lang="en-AE"/>
          </a:p>
        </p:txBody>
      </p:sp>
      <p:sp>
        <p:nvSpPr>
          <p:cNvPr id="5" name="Footer Placeholder 4">
            <a:extLst>
              <a:ext uri="{FF2B5EF4-FFF2-40B4-BE49-F238E27FC236}">
                <a16:creationId xmlns:a16="http://schemas.microsoft.com/office/drawing/2014/main" id="{2B2A20DD-E170-1A0C-9099-F6310E4748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E"/>
          </a:p>
        </p:txBody>
      </p:sp>
      <p:sp>
        <p:nvSpPr>
          <p:cNvPr id="6" name="Slide Number Placeholder 5">
            <a:extLst>
              <a:ext uri="{FF2B5EF4-FFF2-40B4-BE49-F238E27FC236}">
                <a16:creationId xmlns:a16="http://schemas.microsoft.com/office/drawing/2014/main" id="{9A3AE280-9E5E-8146-B45B-43EEA09E14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E04906-7B88-A64C-A00D-2C1FE3B08737}" type="slidenum">
              <a:rPr lang="en-AE" smtClean="0"/>
              <a:t>‹#›</a:t>
            </a:fld>
            <a:endParaRPr lang="en-AE"/>
          </a:p>
        </p:txBody>
      </p:sp>
    </p:spTree>
    <p:extLst>
      <p:ext uri="{BB962C8B-B14F-4D97-AF65-F5344CB8AC3E}">
        <p14:creationId xmlns:p14="http://schemas.microsoft.com/office/powerpoint/2010/main" val="1600856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b="1" i="0">
                <a:solidFill>
                  <a:srgbClr val="8B2327"/>
                </a:solidFill>
                <a:latin typeface="Arial"/>
              </a:rPr>
              <a:t>Smart optimisation of a catalytic fixed-bed reactor</a:t>
            </a:r>
          </a:p>
        </p:txBody>
      </p:sp>
      <p:sp>
        <p:nvSpPr>
          <p:cNvPr id="3" name="Subtitle 2"/>
          <p:cNvSpPr>
            <a:spLocks noGrp="1"/>
          </p:cNvSpPr>
          <p:nvPr>
            <p:ph type="subTitle" idx="1"/>
          </p:nvPr>
        </p:nvSpPr>
        <p:spPr>
          <a:xfrm>
            <a:off x="1188720" y="3429000"/>
            <a:ext cx="9784080" cy="2377440"/>
          </a:xfrm>
        </p:spPr>
        <p:txBody>
          <a:bodyPr/>
          <a:lstStyle/>
          <a:p>
            <a:pPr algn="ctr">
              <a:spcBef>
                <a:spcPts val="1400"/>
              </a:spcBef>
            </a:pPr>
            <a:r>
              <a:rPr sz="1900" b="0" i="1" dirty="0">
                <a:solidFill>
                  <a:srgbClr val="555555"/>
                </a:solidFill>
                <a:latin typeface="Arial"/>
              </a:rPr>
              <a:t>Fewer experiments to the best operating point </a:t>
            </a:r>
            <a:r>
              <a:rPr lang="en-IN" sz="1900" b="0" i="1" dirty="0">
                <a:solidFill>
                  <a:srgbClr val="555555"/>
                </a:solidFill>
                <a:latin typeface="Arial"/>
              </a:rPr>
              <a:t>-</a:t>
            </a:r>
            <a:r>
              <a:rPr sz="1900" b="0" i="1" dirty="0">
                <a:solidFill>
                  <a:srgbClr val="555555"/>
                </a:solidFill>
                <a:latin typeface="Arial"/>
              </a:rPr>
              <a:t> for someone who is not a specialist</a:t>
            </a:r>
          </a:p>
          <a:p>
            <a:pPr algn="ctr"/>
            <a:endParaRPr sz="1900" b="0" i="1" dirty="0">
              <a:solidFill>
                <a:srgbClr val="555555"/>
              </a:solidFill>
              <a:latin typeface="Arial"/>
            </a:endParaRPr>
          </a:p>
          <a:p>
            <a:pPr algn="ctr"/>
            <a:r>
              <a:rPr sz="2200" b="1" i="0" dirty="0">
                <a:solidFill>
                  <a:srgbClr val="222222"/>
                </a:solidFill>
                <a:latin typeface="Arial"/>
              </a:rPr>
              <a:t>Sumant Varanasi  ·  Parva Chaudhary</a:t>
            </a:r>
          </a:p>
          <a:p>
            <a:pPr algn="ctr"/>
            <a:r>
              <a:rPr sz="1600" b="0" i="0" dirty="0">
                <a:solidFill>
                  <a:srgbClr val="555555"/>
                </a:solidFill>
                <a:latin typeface="Arial"/>
              </a:rPr>
              <a:t>Supervisors: Prof. Rachit Khare  ·  Prof. Rahul Singh</a:t>
            </a:r>
          </a:p>
          <a:p>
            <a:pPr algn="ctr"/>
            <a:endParaRPr sz="1600" b="0" i="0" dirty="0">
              <a:solidFill>
                <a:srgbClr val="555555"/>
              </a:solidFill>
              <a:latin typeface="Arial"/>
            </a:endParaRPr>
          </a:p>
          <a:p>
            <a:pPr algn="ctr"/>
            <a:r>
              <a:rPr sz="1300" b="0" i="0" dirty="0">
                <a:solidFill>
                  <a:srgbClr val="808080"/>
                </a:solidFill>
                <a:latin typeface="Arial"/>
              </a:rPr>
              <a:t>ACOD310 mid-term presentation  ·  Semester 1, 2026–27  ·  1</a:t>
            </a:r>
            <a:r>
              <a:rPr lang="en-IN" sz="1300" b="0" i="0" dirty="0">
                <a:solidFill>
                  <a:srgbClr val="808080"/>
                </a:solidFill>
                <a:latin typeface="Arial"/>
              </a:rPr>
              <a:t>6</a:t>
            </a:r>
            <a:r>
              <a:rPr sz="1300" b="0" i="0" dirty="0">
                <a:solidFill>
                  <a:srgbClr val="808080"/>
                </a:solidFill>
                <a:latin typeface="Arial"/>
              </a:rPr>
              <a:t>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713232"/>
            <a:ext cx="10241280" cy="658368"/>
          </a:xfrm>
        </p:spPr>
        <p:txBody>
          <a:bodyPr lIns="45720" anchor="ctr"/>
          <a:lstStyle/>
          <a:p>
            <a:pPr algn="l"/>
            <a:r>
              <a:rPr sz="2800" b="1" i="0">
                <a:solidFill>
                  <a:srgbClr val="8B2327"/>
                </a:solidFill>
                <a:latin typeface="Arial"/>
              </a:rPr>
              <a:t>Outline</a:t>
            </a:r>
          </a:p>
        </p:txBody>
      </p:sp>
      <p:sp>
        <p:nvSpPr>
          <p:cNvPr id="3" name="TextBox 2"/>
          <p:cNvSpPr txBox="1"/>
          <p:nvPr/>
        </p:nvSpPr>
        <p:spPr>
          <a:xfrm>
            <a:off x="365760" y="457200"/>
            <a:ext cx="7315200" cy="274320"/>
          </a:xfrm>
          <a:prstGeom prst="rect">
            <a:avLst/>
          </a:prstGeom>
          <a:noFill/>
        </p:spPr>
        <p:txBody>
          <a:bodyPr wrap="square" lIns="45720" tIns="27432" rIns="45720" bIns="27432" anchor="t"/>
          <a:lstStyle/>
          <a:p>
            <a:pPr algn="l">
              <a:lnSpc>
                <a:spcPct val="108000"/>
              </a:lnSpc>
              <a:spcAft>
                <a:spcPts val="300"/>
              </a:spcAft>
            </a:pPr>
            <a:r>
              <a:rPr sz="1050" b="1" i="0">
                <a:solidFill>
                  <a:srgbClr val="8B2327"/>
                </a:solidFill>
                <a:latin typeface="Arial"/>
              </a:rPr>
              <a:t>OVERVIEW</a:t>
            </a:r>
          </a:p>
        </p:txBody>
      </p:sp>
      <p:cxnSp>
        <p:nvCxnSpPr>
          <p:cNvPr id="4" name="Connector 3"/>
          <p:cNvCxnSpPr/>
          <p:nvPr/>
        </p:nvCxnSpPr>
        <p:spPr>
          <a:xfrm>
            <a:off x="365760" y="6510528"/>
            <a:ext cx="11430000" cy="0"/>
          </a:xfrm>
          <a:prstGeom prst="line">
            <a:avLst/>
          </a:prstGeom>
          <a:ln w="9525">
            <a:solidFill>
              <a:srgbClr val="DDD5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5760" y="6528816"/>
            <a:ext cx="9144000" cy="274320"/>
          </a:xfrm>
          <a:prstGeom prst="rect">
            <a:avLst/>
          </a:prstGeom>
          <a:noFill/>
        </p:spPr>
        <p:txBody>
          <a:bodyPr wrap="square" lIns="45720" tIns="27432" rIns="45720" bIns="27432" anchor="t"/>
          <a:lstStyle/>
          <a:p>
            <a:pPr algn="l">
              <a:lnSpc>
                <a:spcPct val="108000"/>
              </a:lnSpc>
              <a:spcAft>
                <a:spcPts val="300"/>
              </a:spcAft>
            </a:pPr>
            <a:r>
              <a:rPr sz="850" b="0" i="0" dirty="0">
                <a:solidFill>
                  <a:srgbClr val="808080"/>
                </a:solidFill>
                <a:latin typeface="Arial"/>
              </a:rPr>
              <a:t>ACOD310 mid-term  ·  1</a:t>
            </a:r>
            <a:r>
              <a:rPr lang="en-IN" sz="850" b="0" i="0" dirty="0">
                <a:solidFill>
                  <a:srgbClr val="808080"/>
                </a:solidFill>
                <a:latin typeface="Arial"/>
              </a:rPr>
              <a:t>6</a:t>
            </a:r>
            <a:r>
              <a:rPr sz="850" b="0" i="0" dirty="0">
                <a:solidFill>
                  <a:srgbClr val="808080"/>
                </a:solidFill>
                <a:latin typeface="Arial"/>
              </a:rPr>
              <a:t> October 2026  ·  Sumant Varanasi &amp; Parva Chaudhary</a:t>
            </a:r>
          </a:p>
        </p:txBody>
      </p:sp>
      <p:sp>
        <p:nvSpPr>
          <p:cNvPr id="6" name="TextBox 5"/>
          <p:cNvSpPr txBox="1"/>
          <p:nvPr/>
        </p:nvSpPr>
        <p:spPr>
          <a:xfrm>
            <a:off x="10972800" y="6528816"/>
            <a:ext cx="822960" cy="274320"/>
          </a:xfrm>
          <a:prstGeom prst="rect">
            <a:avLst/>
          </a:prstGeom>
          <a:noFill/>
        </p:spPr>
        <p:txBody>
          <a:bodyPr wrap="square" lIns="45720" tIns="27432" rIns="45720" bIns="27432" anchor="t"/>
          <a:lstStyle/>
          <a:p>
            <a:pPr algn="r">
              <a:lnSpc>
                <a:spcPct val="108000"/>
              </a:lnSpc>
              <a:spcAft>
                <a:spcPts val="300"/>
              </a:spcAft>
            </a:pPr>
            <a:r>
              <a:rPr sz="850" b="0" i="0">
                <a:solidFill>
                  <a:srgbClr val="808080"/>
                </a:solidFill>
                <a:latin typeface="Arial"/>
              </a:rPr>
              <a:t>2 / 10</a:t>
            </a:r>
          </a:p>
        </p:txBody>
      </p:sp>
      <p:sp>
        <p:nvSpPr>
          <p:cNvPr id="7" name="TextBox 6"/>
          <p:cNvSpPr txBox="1"/>
          <p:nvPr/>
        </p:nvSpPr>
        <p:spPr>
          <a:xfrm>
            <a:off x="411480" y="1600200"/>
            <a:ext cx="10972800" cy="274320"/>
          </a:xfrm>
          <a:prstGeom prst="rect">
            <a:avLst/>
          </a:prstGeom>
          <a:noFill/>
        </p:spPr>
        <p:txBody>
          <a:bodyPr wrap="square" lIns="45720" tIns="27432" rIns="45720" bIns="27432" anchor="t"/>
          <a:lstStyle/>
          <a:p>
            <a:pPr algn="l">
              <a:lnSpc>
                <a:spcPct val="108000"/>
              </a:lnSpc>
              <a:spcAft>
                <a:spcPts val="300"/>
              </a:spcAft>
            </a:pPr>
            <a:r>
              <a:rPr sz="1000" b="1" i="0">
                <a:solidFill>
                  <a:srgbClr val="8B2327"/>
                </a:solidFill>
                <a:latin typeface="Arial"/>
              </a:rPr>
              <a:t>MOTIVATION AND PROBLEM STATEMENT</a:t>
            </a:r>
          </a:p>
        </p:txBody>
      </p:sp>
      <p:sp>
        <p:nvSpPr>
          <p:cNvPr id="8" name="Rounded Rectangle 7"/>
          <p:cNvSpPr/>
          <p:nvPr/>
        </p:nvSpPr>
        <p:spPr>
          <a:xfrm>
            <a:off x="365760" y="1892807"/>
            <a:ext cx="11338560" cy="73152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530352" y="2075688"/>
            <a:ext cx="365760" cy="365760"/>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1</a:t>
            </a:r>
          </a:p>
        </p:txBody>
      </p:sp>
      <p:sp>
        <p:nvSpPr>
          <p:cNvPr id="10" name="TextBox 9"/>
          <p:cNvSpPr txBox="1"/>
          <p:nvPr/>
        </p:nvSpPr>
        <p:spPr>
          <a:xfrm>
            <a:off x="1051560" y="2057400"/>
            <a:ext cx="10515600" cy="457200"/>
          </a:xfrm>
          <a:prstGeom prst="rect">
            <a:avLst/>
          </a:prstGeom>
          <a:noFill/>
        </p:spPr>
        <p:txBody>
          <a:bodyPr wrap="square" lIns="45720" tIns="27432" rIns="45720" bIns="27432" anchor="ctr"/>
          <a:lstStyle/>
          <a:p>
            <a:pPr algn="l">
              <a:lnSpc>
                <a:spcPct val="108000"/>
              </a:lnSpc>
              <a:spcAft>
                <a:spcPts val="300"/>
              </a:spcAft>
            </a:pPr>
            <a:r>
              <a:rPr sz="1500" b="1" i="0">
                <a:solidFill>
                  <a:srgbClr val="6E1A1D"/>
                </a:solidFill>
                <a:latin typeface="Arial"/>
              </a:rPr>
              <a:t>Motivation and problem</a:t>
            </a:r>
          </a:p>
        </p:txBody>
      </p:sp>
      <p:sp>
        <p:nvSpPr>
          <p:cNvPr id="11" name="TextBox 10"/>
          <p:cNvSpPr txBox="1"/>
          <p:nvPr/>
        </p:nvSpPr>
        <p:spPr>
          <a:xfrm>
            <a:off x="411480" y="2825496"/>
            <a:ext cx="10972800" cy="274320"/>
          </a:xfrm>
          <a:prstGeom prst="rect">
            <a:avLst/>
          </a:prstGeom>
          <a:noFill/>
        </p:spPr>
        <p:txBody>
          <a:bodyPr wrap="square" lIns="45720" tIns="27432" rIns="45720" bIns="27432" anchor="t"/>
          <a:lstStyle/>
          <a:p>
            <a:pPr algn="l">
              <a:lnSpc>
                <a:spcPct val="108000"/>
              </a:lnSpc>
              <a:spcAft>
                <a:spcPts val="300"/>
              </a:spcAft>
            </a:pPr>
            <a:r>
              <a:rPr sz="1000" b="1" i="0">
                <a:solidFill>
                  <a:srgbClr val="8B2327"/>
                </a:solidFill>
                <a:latin typeface="Arial"/>
              </a:rPr>
              <a:t>LITERATURE REVIEW</a:t>
            </a:r>
          </a:p>
        </p:txBody>
      </p:sp>
      <p:sp>
        <p:nvSpPr>
          <p:cNvPr id="12" name="Rounded Rectangle 11"/>
          <p:cNvSpPr/>
          <p:nvPr/>
        </p:nvSpPr>
        <p:spPr>
          <a:xfrm>
            <a:off x="365760" y="3118103"/>
            <a:ext cx="11338560" cy="73152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530352" y="3300984"/>
            <a:ext cx="365760" cy="365760"/>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2</a:t>
            </a:r>
          </a:p>
        </p:txBody>
      </p:sp>
      <p:sp>
        <p:nvSpPr>
          <p:cNvPr id="14" name="TextBox 13"/>
          <p:cNvSpPr txBox="1"/>
          <p:nvPr/>
        </p:nvSpPr>
        <p:spPr>
          <a:xfrm>
            <a:off x="1051560" y="3282696"/>
            <a:ext cx="10515600" cy="457200"/>
          </a:xfrm>
          <a:prstGeom prst="rect">
            <a:avLst/>
          </a:prstGeom>
          <a:noFill/>
        </p:spPr>
        <p:txBody>
          <a:bodyPr wrap="square" lIns="45720" tIns="27432" rIns="45720" bIns="27432" anchor="ctr"/>
          <a:lstStyle/>
          <a:p>
            <a:pPr algn="l">
              <a:lnSpc>
                <a:spcPct val="108000"/>
              </a:lnSpc>
              <a:spcAft>
                <a:spcPts val="300"/>
              </a:spcAft>
            </a:pPr>
            <a:r>
              <a:rPr sz="1500" b="1" i="0">
                <a:solidFill>
                  <a:srgbClr val="6E1A1D"/>
                </a:solidFill>
                <a:latin typeface="Arial"/>
              </a:rPr>
              <a:t>Literature and the gap</a:t>
            </a:r>
          </a:p>
        </p:txBody>
      </p:sp>
      <p:sp>
        <p:nvSpPr>
          <p:cNvPr id="15" name="TextBox 14"/>
          <p:cNvSpPr txBox="1"/>
          <p:nvPr/>
        </p:nvSpPr>
        <p:spPr>
          <a:xfrm>
            <a:off x="411480" y="4050791"/>
            <a:ext cx="10972800" cy="274320"/>
          </a:xfrm>
          <a:prstGeom prst="rect">
            <a:avLst/>
          </a:prstGeom>
          <a:noFill/>
        </p:spPr>
        <p:txBody>
          <a:bodyPr wrap="square" lIns="45720" tIns="27432" rIns="45720" bIns="27432" anchor="t"/>
          <a:lstStyle/>
          <a:p>
            <a:pPr algn="l">
              <a:lnSpc>
                <a:spcPct val="108000"/>
              </a:lnSpc>
              <a:spcAft>
                <a:spcPts val="300"/>
              </a:spcAft>
            </a:pPr>
            <a:r>
              <a:rPr sz="1000" b="1" i="0">
                <a:solidFill>
                  <a:srgbClr val="8B2327"/>
                </a:solidFill>
                <a:latin typeface="Arial"/>
              </a:rPr>
              <a:t>METHODOLOGY AND RESULTS</a:t>
            </a:r>
          </a:p>
        </p:txBody>
      </p:sp>
      <p:sp>
        <p:nvSpPr>
          <p:cNvPr id="16" name="Rounded Rectangle 15"/>
          <p:cNvSpPr/>
          <p:nvPr/>
        </p:nvSpPr>
        <p:spPr>
          <a:xfrm>
            <a:off x="365760" y="4343400"/>
            <a:ext cx="3657600" cy="73152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530352" y="4526280"/>
            <a:ext cx="365760" cy="365760"/>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3</a:t>
            </a:r>
          </a:p>
        </p:txBody>
      </p:sp>
      <p:sp>
        <p:nvSpPr>
          <p:cNvPr id="18" name="TextBox 17"/>
          <p:cNvSpPr txBox="1"/>
          <p:nvPr/>
        </p:nvSpPr>
        <p:spPr>
          <a:xfrm>
            <a:off x="1051560" y="4507992"/>
            <a:ext cx="2834640" cy="457200"/>
          </a:xfrm>
          <a:prstGeom prst="rect">
            <a:avLst/>
          </a:prstGeom>
          <a:noFill/>
        </p:spPr>
        <p:txBody>
          <a:bodyPr wrap="square" lIns="45720" tIns="27432" rIns="45720" bIns="27432" anchor="ctr"/>
          <a:lstStyle/>
          <a:p>
            <a:pPr algn="l">
              <a:lnSpc>
                <a:spcPct val="108000"/>
              </a:lnSpc>
              <a:spcAft>
                <a:spcPts val="300"/>
              </a:spcAft>
            </a:pPr>
            <a:r>
              <a:rPr sz="1500" b="1" i="0">
                <a:solidFill>
                  <a:srgbClr val="6E1A1D"/>
                </a:solidFill>
                <a:latin typeface="Arial"/>
              </a:rPr>
              <a:t>The digital twin and the protocol</a:t>
            </a:r>
          </a:p>
        </p:txBody>
      </p:sp>
      <p:sp>
        <p:nvSpPr>
          <p:cNvPr id="19" name="Rounded Rectangle 18"/>
          <p:cNvSpPr/>
          <p:nvPr/>
        </p:nvSpPr>
        <p:spPr>
          <a:xfrm>
            <a:off x="4206240" y="4343400"/>
            <a:ext cx="3657600" cy="73152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4370832" y="4526280"/>
            <a:ext cx="365760" cy="365760"/>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4</a:t>
            </a:r>
          </a:p>
        </p:txBody>
      </p:sp>
      <p:sp>
        <p:nvSpPr>
          <p:cNvPr id="21" name="TextBox 20"/>
          <p:cNvSpPr txBox="1"/>
          <p:nvPr/>
        </p:nvSpPr>
        <p:spPr>
          <a:xfrm>
            <a:off x="4892040" y="4507992"/>
            <a:ext cx="2834640" cy="457200"/>
          </a:xfrm>
          <a:prstGeom prst="rect">
            <a:avLst/>
          </a:prstGeom>
          <a:noFill/>
        </p:spPr>
        <p:txBody>
          <a:bodyPr wrap="square" lIns="45720" tIns="27432" rIns="45720" bIns="27432" anchor="ctr"/>
          <a:lstStyle/>
          <a:p>
            <a:pPr algn="l">
              <a:lnSpc>
                <a:spcPct val="108000"/>
              </a:lnSpc>
              <a:spcAft>
                <a:spcPts val="300"/>
              </a:spcAft>
            </a:pPr>
            <a:r>
              <a:rPr sz="1500" b="1" i="0">
                <a:solidFill>
                  <a:srgbClr val="6E1A1D"/>
                </a:solidFill>
                <a:latin typeface="Arial"/>
              </a:rPr>
              <a:t>How the advisor decides</a:t>
            </a:r>
          </a:p>
        </p:txBody>
      </p:sp>
      <p:sp>
        <p:nvSpPr>
          <p:cNvPr id="22" name="Rounded Rectangle 21"/>
          <p:cNvSpPr/>
          <p:nvPr/>
        </p:nvSpPr>
        <p:spPr>
          <a:xfrm>
            <a:off x="8046720" y="4343400"/>
            <a:ext cx="3657600" cy="731520"/>
          </a:xfrm>
          <a:prstGeom prst="roundRect">
            <a:avLst>
              <a:gd name="adj" fmla="val 8000"/>
            </a:avLst>
          </a:prstGeom>
          <a:solidFill>
            <a:srgbClr val="F1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8211312" y="4526280"/>
            <a:ext cx="365760" cy="365760"/>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5</a:t>
            </a:r>
          </a:p>
        </p:txBody>
      </p:sp>
      <p:sp>
        <p:nvSpPr>
          <p:cNvPr id="24" name="TextBox 23"/>
          <p:cNvSpPr txBox="1"/>
          <p:nvPr/>
        </p:nvSpPr>
        <p:spPr>
          <a:xfrm>
            <a:off x="8732520" y="4507992"/>
            <a:ext cx="2834640" cy="457200"/>
          </a:xfrm>
          <a:prstGeom prst="rect">
            <a:avLst/>
          </a:prstGeom>
          <a:noFill/>
        </p:spPr>
        <p:txBody>
          <a:bodyPr wrap="square" lIns="45720" tIns="27432" rIns="45720" bIns="27432" anchor="ctr"/>
          <a:lstStyle/>
          <a:p>
            <a:pPr algn="l">
              <a:lnSpc>
                <a:spcPct val="108000"/>
              </a:lnSpc>
              <a:spcAft>
                <a:spcPts val="300"/>
              </a:spcAft>
            </a:pPr>
            <a:r>
              <a:rPr sz="1500" b="1" i="0">
                <a:solidFill>
                  <a:srgbClr val="6E1A1D"/>
                </a:solidFill>
                <a:latin typeface="Arial"/>
              </a:rPr>
              <a:t>Results</a:t>
            </a:r>
          </a:p>
        </p:txBody>
      </p:sp>
      <p:sp>
        <p:nvSpPr>
          <p:cNvPr id="25" name="TextBox 24"/>
          <p:cNvSpPr txBox="1"/>
          <p:nvPr/>
        </p:nvSpPr>
        <p:spPr>
          <a:xfrm>
            <a:off x="411480" y="5276088"/>
            <a:ext cx="10972800" cy="274320"/>
          </a:xfrm>
          <a:prstGeom prst="rect">
            <a:avLst/>
          </a:prstGeom>
          <a:noFill/>
        </p:spPr>
        <p:txBody>
          <a:bodyPr wrap="square" lIns="45720" tIns="27432" rIns="45720" bIns="27432" anchor="t"/>
          <a:lstStyle/>
          <a:p>
            <a:pPr algn="l">
              <a:lnSpc>
                <a:spcPct val="108000"/>
              </a:lnSpc>
              <a:spcAft>
                <a:spcPts val="300"/>
              </a:spcAft>
            </a:pPr>
            <a:r>
              <a:rPr sz="1000" b="1" i="0">
                <a:solidFill>
                  <a:srgbClr val="8B2327"/>
                </a:solidFill>
                <a:latin typeface="Arial"/>
              </a:rPr>
              <a:t>NEXT STEPS</a:t>
            </a:r>
          </a:p>
        </p:txBody>
      </p:sp>
      <p:sp>
        <p:nvSpPr>
          <p:cNvPr id="26" name="Rounded Rectangle 25"/>
          <p:cNvSpPr/>
          <p:nvPr/>
        </p:nvSpPr>
        <p:spPr>
          <a:xfrm>
            <a:off x="365760" y="5568696"/>
            <a:ext cx="11338560" cy="73152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530352" y="5751576"/>
            <a:ext cx="365760" cy="365760"/>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Arial"/>
              </a:rPr>
              <a:t>6</a:t>
            </a:r>
          </a:p>
        </p:txBody>
      </p:sp>
      <p:sp>
        <p:nvSpPr>
          <p:cNvPr id="28" name="TextBox 27"/>
          <p:cNvSpPr txBox="1"/>
          <p:nvPr/>
        </p:nvSpPr>
        <p:spPr>
          <a:xfrm>
            <a:off x="1051560" y="5733288"/>
            <a:ext cx="10515600" cy="457200"/>
          </a:xfrm>
          <a:prstGeom prst="rect">
            <a:avLst/>
          </a:prstGeom>
          <a:noFill/>
        </p:spPr>
        <p:txBody>
          <a:bodyPr wrap="square" lIns="45720" tIns="27432" rIns="45720" bIns="27432" anchor="ctr"/>
          <a:lstStyle/>
          <a:p>
            <a:pPr algn="l">
              <a:lnSpc>
                <a:spcPct val="108000"/>
              </a:lnSpc>
              <a:spcAft>
                <a:spcPts val="300"/>
              </a:spcAft>
            </a:pPr>
            <a:r>
              <a:rPr sz="1500" b="1" i="0">
                <a:solidFill>
                  <a:srgbClr val="6E1A1D"/>
                </a:solidFill>
                <a:latin typeface="Arial"/>
              </a:rPr>
              <a:t>Using it,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713232"/>
            <a:ext cx="10241280" cy="658368"/>
          </a:xfrm>
        </p:spPr>
        <p:txBody>
          <a:bodyPr lIns="45720" anchor="ctr"/>
          <a:lstStyle/>
          <a:p>
            <a:pPr algn="l"/>
            <a:r>
              <a:rPr sz="2800" b="1" i="0">
                <a:solidFill>
                  <a:srgbClr val="8B2327"/>
                </a:solidFill>
                <a:latin typeface="Arial"/>
              </a:rPr>
              <a:t>One reactor, five knobs, one day per run</a:t>
            </a:r>
          </a:p>
        </p:txBody>
      </p:sp>
      <p:sp>
        <p:nvSpPr>
          <p:cNvPr id="3" name="TextBox 2"/>
          <p:cNvSpPr txBox="1"/>
          <p:nvPr/>
        </p:nvSpPr>
        <p:spPr>
          <a:xfrm>
            <a:off x="365760" y="457200"/>
            <a:ext cx="7315200" cy="274320"/>
          </a:xfrm>
          <a:prstGeom prst="rect">
            <a:avLst/>
          </a:prstGeom>
          <a:noFill/>
        </p:spPr>
        <p:txBody>
          <a:bodyPr wrap="square" lIns="45720" tIns="27432" rIns="45720" bIns="27432" anchor="t"/>
          <a:lstStyle/>
          <a:p>
            <a:pPr algn="l">
              <a:lnSpc>
                <a:spcPct val="108000"/>
              </a:lnSpc>
              <a:spcAft>
                <a:spcPts val="300"/>
              </a:spcAft>
            </a:pPr>
            <a:r>
              <a:rPr sz="1050" b="1" i="0">
                <a:solidFill>
                  <a:srgbClr val="8B2327"/>
                </a:solidFill>
                <a:latin typeface="Arial"/>
              </a:rPr>
              <a:t>MOTIVATION AND PROBLEM STATEMENT</a:t>
            </a:r>
          </a:p>
        </p:txBody>
      </p:sp>
      <p:cxnSp>
        <p:nvCxnSpPr>
          <p:cNvPr id="4" name="Connector 3"/>
          <p:cNvCxnSpPr/>
          <p:nvPr/>
        </p:nvCxnSpPr>
        <p:spPr>
          <a:xfrm>
            <a:off x="365760" y="6510528"/>
            <a:ext cx="11430000" cy="0"/>
          </a:xfrm>
          <a:prstGeom prst="line">
            <a:avLst/>
          </a:prstGeom>
          <a:ln w="9525">
            <a:solidFill>
              <a:srgbClr val="DDD5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5760" y="6528816"/>
            <a:ext cx="9144000" cy="274320"/>
          </a:xfrm>
          <a:prstGeom prst="rect">
            <a:avLst/>
          </a:prstGeom>
          <a:noFill/>
        </p:spPr>
        <p:txBody>
          <a:bodyPr wrap="square" lIns="45720" tIns="27432" rIns="45720" bIns="27432" anchor="t"/>
          <a:lstStyle/>
          <a:p>
            <a:pPr algn="l">
              <a:lnSpc>
                <a:spcPct val="108000"/>
              </a:lnSpc>
              <a:spcAft>
                <a:spcPts val="300"/>
              </a:spcAft>
            </a:pPr>
            <a:r>
              <a:rPr sz="850" b="0" i="0" dirty="0">
                <a:solidFill>
                  <a:srgbClr val="808080"/>
                </a:solidFill>
                <a:latin typeface="Arial"/>
              </a:rPr>
              <a:t>ACOD310 mid-term  ·  1</a:t>
            </a:r>
            <a:r>
              <a:rPr lang="en-IN" sz="850" b="0" i="0" dirty="0">
                <a:solidFill>
                  <a:srgbClr val="808080"/>
                </a:solidFill>
                <a:latin typeface="Arial"/>
              </a:rPr>
              <a:t>6</a:t>
            </a:r>
            <a:r>
              <a:rPr sz="850" b="0" i="0" dirty="0">
                <a:solidFill>
                  <a:srgbClr val="808080"/>
                </a:solidFill>
                <a:latin typeface="Arial"/>
              </a:rPr>
              <a:t> October 2026  ·  Sumant Varanasi &amp; Parva Chaudhary</a:t>
            </a:r>
          </a:p>
        </p:txBody>
      </p:sp>
      <p:sp>
        <p:nvSpPr>
          <p:cNvPr id="6" name="TextBox 5"/>
          <p:cNvSpPr txBox="1"/>
          <p:nvPr/>
        </p:nvSpPr>
        <p:spPr>
          <a:xfrm>
            <a:off x="10972800" y="6528816"/>
            <a:ext cx="822960" cy="274320"/>
          </a:xfrm>
          <a:prstGeom prst="rect">
            <a:avLst/>
          </a:prstGeom>
          <a:noFill/>
        </p:spPr>
        <p:txBody>
          <a:bodyPr wrap="square" lIns="45720" tIns="27432" rIns="45720" bIns="27432" anchor="t"/>
          <a:lstStyle/>
          <a:p>
            <a:pPr algn="r">
              <a:lnSpc>
                <a:spcPct val="108000"/>
              </a:lnSpc>
              <a:spcAft>
                <a:spcPts val="300"/>
              </a:spcAft>
            </a:pPr>
            <a:r>
              <a:rPr sz="850" b="0" i="0">
                <a:solidFill>
                  <a:srgbClr val="808080"/>
                </a:solidFill>
                <a:latin typeface="Arial"/>
              </a:rPr>
              <a:t>3 / 10</a:t>
            </a:r>
          </a:p>
        </p:txBody>
      </p:sp>
      <p:sp>
        <p:nvSpPr>
          <p:cNvPr id="7" name="Rounded Rectangle 6"/>
          <p:cNvSpPr/>
          <p:nvPr/>
        </p:nvSpPr>
        <p:spPr>
          <a:xfrm>
            <a:off x="365760" y="1536192"/>
            <a:ext cx="2606040" cy="9144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7200" y="1591056"/>
            <a:ext cx="2423160" cy="32004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Feed</a:t>
            </a:r>
          </a:p>
        </p:txBody>
      </p:sp>
      <p:sp>
        <p:nvSpPr>
          <p:cNvPr id="9" name="TextBox 8"/>
          <p:cNvSpPr txBox="1"/>
          <p:nvPr/>
        </p:nvSpPr>
        <p:spPr>
          <a:xfrm>
            <a:off x="457200" y="1901952"/>
            <a:ext cx="2423160" cy="548640"/>
          </a:xfrm>
          <a:prstGeom prst="rect">
            <a:avLst/>
          </a:prstGeom>
          <a:noFill/>
        </p:spPr>
        <p:txBody>
          <a:bodyPr wrap="square" lIns="45720" tIns="27432" rIns="45720" bIns="27432" anchor="t"/>
          <a:lstStyle/>
          <a:p>
            <a:pPr algn="l">
              <a:lnSpc>
                <a:spcPct val="104000"/>
              </a:lnSpc>
              <a:spcAft>
                <a:spcPts val="300"/>
              </a:spcAft>
            </a:pPr>
            <a:r>
              <a:rPr sz="1000" b="0" i="0">
                <a:solidFill>
                  <a:srgbClr val="555555"/>
                </a:solidFill>
                <a:latin typeface="Arial"/>
              </a:rPr>
              <a:t>A, B and inert gas through mass-flow controllers</a:t>
            </a:r>
          </a:p>
        </p:txBody>
      </p:sp>
      <p:sp>
        <p:nvSpPr>
          <p:cNvPr id="10" name="Right Arrow 9"/>
          <p:cNvSpPr/>
          <p:nvPr/>
        </p:nvSpPr>
        <p:spPr>
          <a:xfrm>
            <a:off x="2999232" y="1865376"/>
            <a:ext cx="256032" cy="256032"/>
          </a:xfrm>
          <a:prstGeom prst="rightArrow">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273552" y="1536192"/>
            <a:ext cx="2606040" cy="9144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364992" y="1591056"/>
            <a:ext cx="2423160" cy="32004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Fixed bed</a:t>
            </a:r>
          </a:p>
        </p:txBody>
      </p:sp>
      <p:sp>
        <p:nvSpPr>
          <p:cNvPr id="13" name="TextBox 12"/>
          <p:cNvSpPr txBox="1"/>
          <p:nvPr/>
        </p:nvSpPr>
        <p:spPr>
          <a:xfrm>
            <a:off x="3364992" y="1901952"/>
            <a:ext cx="2423160" cy="548640"/>
          </a:xfrm>
          <a:prstGeom prst="rect">
            <a:avLst/>
          </a:prstGeom>
          <a:noFill/>
        </p:spPr>
        <p:txBody>
          <a:bodyPr wrap="square" lIns="45720" tIns="27432" rIns="45720" bIns="27432" anchor="t"/>
          <a:lstStyle/>
          <a:p>
            <a:pPr algn="l">
              <a:lnSpc>
                <a:spcPct val="104000"/>
              </a:lnSpc>
              <a:spcAft>
                <a:spcPts val="300"/>
              </a:spcAft>
            </a:pPr>
            <a:r>
              <a:rPr sz="1000" b="0" i="0">
                <a:solidFill>
                  <a:srgbClr val="555555"/>
                </a:solidFill>
                <a:latin typeface="Arial"/>
              </a:rPr>
              <a:t>catalyst (loaded once) at a set temperature and pressure</a:t>
            </a:r>
          </a:p>
        </p:txBody>
      </p:sp>
      <p:sp>
        <p:nvSpPr>
          <p:cNvPr id="14" name="Right Arrow 13"/>
          <p:cNvSpPr/>
          <p:nvPr/>
        </p:nvSpPr>
        <p:spPr>
          <a:xfrm>
            <a:off x="5907024" y="1865376"/>
            <a:ext cx="256032" cy="256032"/>
          </a:xfrm>
          <a:prstGeom prst="rightArrow">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181344" y="1536192"/>
            <a:ext cx="2606040" cy="9144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272784" y="1591056"/>
            <a:ext cx="2423160" cy="32004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Gas chromatograph (GC)</a:t>
            </a:r>
          </a:p>
        </p:txBody>
      </p:sp>
      <p:sp>
        <p:nvSpPr>
          <p:cNvPr id="17" name="TextBox 16"/>
          <p:cNvSpPr txBox="1"/>
          <p:nvPr/>
        </p:nvSpPr>
        <p:spPr>
          <a:xfrm>
            <a:off x="6272784" y="1901952"/>
            <a:ext cx="2423160" cy="548640"/>
          </a:xfrm>
          <a:prstGeom prst="rect">
            <a:avLst/>
          </a:prstGeom>
          <a:noFill/>
        </p:spPr>
        <p:txBody>
          <a:bodyPr wrap="square" lIns="45720" tIns="27432" rIns="45720" bIns="27432" anchor="t"/>
          <a:lstStyle/>
          <a:p>
            <a:pPr algn="l">
              <a:lnSpc>
                <a:spcPct val="104000"/>
              </a:lnSpc>
              <a:spcAft>
                <a:spcPts val="300"/>
              </a:spcAft>
            </a:pPr>
            <a:r>
              <a:rPr sz="1000" b="0" i="0">
                <a:solidFill>
                  <a:srgbClr val="555555"/>
                </a:solidFill>
                <a:latin typeface="Arial"/>
              </a:rPr>
              <a:t>the instrument that prints what came out: A, B, product C, by-products</a:t>
            </a:r>
          </a:p>
        </p:txBody>
      </p:sp>
      <p:sp>
        <p:nvSpPr>
          <p:cNvPr id="18" name="Right Arrow 17"/>
          <p:cNvSpPr/>
          <p:nvPr/>
        </p:nvSpPr>
        <p:spPr>
          <a:xfrm>
            <a:off x="8814816" y="1865376"/>
            <a:ext cx="256032" cy="256032"/>
          </a:xfrm>
          <a:prstGeom prst="rightArrow">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089136" y="1536192"/>
            <a:ext cx="2606040" cy="914400"/>
          </a:xfrm>
          <a:prstGeom prst="roundRect">
            <a:avLst>
              <a:gd name="adj" fmla="val 8000"/>
            </a:avLst>
          </a:prstGeom>
          <a:solidFill>
            <a:srgbClr val="F1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180576" y="1591056"/>
            <a:ext cx="2423160" cy="32004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Operator</a:t>
            </a:r>
          </a:p>
        </p:txBody>
      </p:sp>
      <p:sp>
        <p:nvSpPr>
          <p:cNvPr id="21" name="TextBox 20"/>
          <p:cNvSpPr txBox="1"/>
          <p:nvPr/>
        </p:nvSpPr>
        <p:spPr>
          <a:xfrm>
            <a:off x="9180576" y="1901952"/>
            <a:ext cx="2423160" cy="548640"/>
          </a:xfrm>
          <a:prstGeom prst="rect">
            <a:avLst/>
          </a:prstGeom>
          <a:noFill/>
        </p:spPr>
        <p:txBody>
          <a:bodyPr wrap="square" lIns="45720" tIns="27432" rIns="45720" bIns="27432" anchor="t"/>
          <a:lstStyle/>
          <a:p>
            <a:pPr algn="l">
              <a:lnSpc>
                <a:spcPct val="104000"/>
              </a:lnSpc>
              <a:spcAft>
                <a:spcPts val="300"/>
              </a:spcAft>
            </a:pPr>
            <a:r>
              <a:rPr sz="1000" b="0" i="0">
                <a:solidFill>
                  <a:srgbClr val="555555"/>
                </a:solidFill>
                <a:latin typeface="Arial"/>
              </a:rPr>
              <a:t>decides tomorrow's set points</a:t>
            </a:r>
          </a:p>
        </p:txBody>
      </p:sp>
      <p:sp>
        <p:nvSpPr>
          <p:cNvPr id="22" name="TextBox 21"/>
          <p:cNvSpPr txBox="1"/>
          <p:nvPr/>
        </p:nvSpPr>
        <p:spPr>
          <a:xfrm>
            <a:off x="365760" y="2459735"/>
            <a:ext cx="11338560" cy="274320"/>
          </a:xfrm>
          <a:prstGeom prst="rect">
            <a:avLst/>
          </a:prstGeom>
          <a:noFill/>
        </p:spPr>
        <p:txBody>
          <a:bodyPr wrap="square" lIns="45720" tIns="27432" rIns="45720" bIns="27432" anchor="t"/>
          <a:lstStyle/>
          <a:p>
            <a:pPr algn="ctr">
              <a:lnSpc>
                <a:spcPct val="108000"/>
              </a:lnSpc>
              <a:spcAft>
                <a:spcPts val="300"/>
              </a:spcAft>
            </a:pPr>
            <a:r>
              <a:rPr sz="1000" b="0" i="0">
                <a:solidFill>
                  <a:srgbClr val="808080"/>
                </a:solidFill>
                <a:latin typeface="Arial"/>
              </a:rPr>
              <a:t>↺  the loop repeats once a day: a run is ~24 h on stream, so a campaign affords 10–25 runs</a:t>
            </a:r>
          </a:p>
        </p:txBody>
      </p:sp>
      <p:sp>
        <p:nvSpPr>
          <p:cNvPr id="23" name="Rounded Rectangle 22"/>
          <p:cNvSpPr/>
          <p:nvPr/>
        </p:nvSpPr>
        <p:spPr>
          <a:xfrm>
            <a:off x="365760" y="2788920"/>
            <a:ext cx="3657600" cy="196596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493776" y="2916936"/>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1</a:t>
            </a:r>
          </a:p>
        </p:txBody>
      </p:sp>
      <p:sp>
        <p:nvSpPr>
          <p:cNvPr id="25" name="TextBox 24"/>
          <p:cNvSpPr txBox="1"/>
          <p:nvPr/>
        </p:nvSpPr>
        <p:spPr>
          <a:xfrm>
            <a:off x="859536" y="2862072"/>
            <a:ext cx="3054096" cy="365760"/>
          </a:xfrm>
          <a:prstGeom prst="rect">
            <a:avLst/>
          </a:prstGeom>
          <a:noFill/>
        </p:spPr>
        <p:txBody>
          <a:bodyPr wrap="square" lIns="45720" tIns="27432" rIns="45720" bIns="27432" anchor="t"/>
          <a:lstStyle/>
          <a:p>
            <a:pPr algn="l">
              <a:lnSpc>
                <a:spcPct val="108000"/>
              </a:lnSpc>
              <a:spcAft>
                <a:spcPts val="300"/>
              </a:spcAft>
            </a:pPr>
            <a:r>
              <a:rPr sz="1300" b="1" i="0">
                <a:solidFill>
                  <a:srgbClr val="6E1A1D"/>
                </a:solidFill>
                <a:latin typeface="Arial"/>
              </a:rPr>
              <a:t>Five knobs, one day per run</a:t>
            </a:r>
          </a:p>
        </p:txBody>
      </p:sp>
      <p:sp>
        <p:nvSpPr>
          <p:cNvPr id="26" name="TextBox 25"/>
          <p:cNvSpPr txBox="1"/>
          <p:nvPr/>
        </p:nvSpPr>
        <p:spPr>
          <a:xfrm>
            <a:off x="859536" y="3227832"/>
            <a:ext cx="3054096" cy="1472184"/>
          </a:xfrm>
          <a:prstGeom prst="rect">
            <a:avLst/>
          </a:prstGeom>
          <a:noFill/>
        </p:spPr>
        <p:txBody>
          <a:bodyPr wrap="square" lIns="45720" tIns="27432" rIns="45720" bIns="27432" anchor="t"/>
          <a:lstStyle/>
          <a:p>
            <a:pPr marL="155448" indent="-155448" algn="l">
              <a:lnSpc>
                <a:spcPct val="106000"/>
              </a:lnSpc>
              <a:spcAft>
                <a:spcPts val="200"/>
              </a:spcAft>
              <a:buChar char="•"/>
            </a:pPr>
            <a:r>
              <a:rPr sz="1050" b="0" i="0">
                <a:solidFill>
                  <a:srgbClr val="222222"/>
                </a:solidFill>
                <a:latin typeface="Arial"/>
              </a:rPr>
              <a:t>Pressure, the flows of A, B and the inert, and temperature</a:t>
            </a:r>
          </a:p>
          <a:p>
            <a:pPr marL="155448" indent="-155448" algn="l">
              <a:lnSpc>
                <a:spcPct val="106000"/>
              </a:lnSpc>
              <a:spcAft>
                <a:spcPts val="200"/>
              </a:spcAft>
              <a:buChar char="•"/>
            </a:pPr>
            <a:r>
              <a:rPr sz="1050" b="0" i="0">
                <a:solidFill>
                  <a:srgbClr val="222222"/>
                </a:solidFill>
                <a:latin typeface="Arial"/>
              </a:rPr>
              <a:t>The catalyst is loaded once and never changed mid-campaign</a:t>
            </a:r>
          </a:p>
          <a:p>
            <a:pPr marL="155448" indent="-155448" algn="l">
              <a:lnSpc>
                <a:spcPct val="106000"/>
              </a:lnSpc>
              <a:spcAft>
                <a:spcPts val="200"/>
              </a:spcAft>
              <a:buChar char="•"/>
            </a:pPr>
            <a:r>
              <a:rPr sz="1050" b="0" i="0">
                <a:solidFill>
                  <a:srgbClr val="222222"/>
                </a:solidFill>
                <a:latin typeface="Arial"/>
              </a:rPr>
              <a:t>Each run costs a day, feed gas and operator time</a:t>
            </a:r>
          </a:p>
        </p:txBody>
      </p:sp>
      <p:sp>
        <p:nvSpPr>
          <p:cNvPr id="27" name="Rounded Rectangle 26"/>
          <p:cNvSpPr/>
          <p:nvPr/>
        </p:nvSpPr>
        <p:spPr>
          <a:xfrm>
            <a:off x="4206240" y="2788920"/>
            <a:ext cx="3657600" cy="196596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4334256" y="2916936"/>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2</a:t>
            </a:r>
          </a:p>
        </p:txBody>
      </p:sp>
      <p:sp>
        <p:nvSpPr>
          <p:cNvPr id="29" name="TextBox 28"/>
          <p:cNvSpPr txBox="1"/>
          <p:nvPr/>
        </p:nvSpPr>
        <p:spPr>
          <a:xfrm>
            <a:off x="4700016" y="2862072"/>
            <a:ext cx="3054096" cy="365760"/>
          </a:xfrm>
          <a:prstGeom prst="rect">
            <a:avLst/>
          </a:prstGeom>
          <a:noFill/>
        </p:spPr>
        <p:txBody>
          <a:bodyPr wrap="square" lIns="45720" tIns="27432" rIns="45720" bIns="27432" anchor="t"/>
          <a:lstStyle/>
          <a:p>
            <a:pPr algn="l">
              <a:lnSpc>
                <a:spcPct val="108000"/>
              </a:lnSpc>
              <a:spcAft>
                <a:spcPts val="300"/>
              </a:spcAft>
            </a:pPr>
            <a:r>
              <a:rPr sz="1300" b="1" i="0">
                <a:solidFill>
                  <a:srgbClr val="6E1A1D"/>
                </a:solidFill>
                <a:latin typeface="Arial"/>
              </a:rPr>
              <a:t>Today: rules of thumb</a:t>
            </a:r>
          </a:p>
        </p:txBody>
      </p:sp>
      <p:sp>
        <p:nvSpPr>
          <p:cNvPr id="30" name="TextBox 29"/>
          <p:cNvSpPr txBox="1"/>
          <p:nvPr/>
        </p:nvSpPr>
        <p:spPr>
          <a:xfrm>
            <a:off x="4700016" y="3227832"/>
            <a:ext cx="3054096" cy="1472184"/>
          </a:xfrm>
          <a:prstGeom prst="rect">
            <a:avLst/>
          </a:prstGeom>
          <a:noFill/>
        </p:spPr>
        <p:txBody>
          <a:bodyPr wrap="square" lIns="45720" tIns="27432" rIns="45720" bIns="27432" anchor="t"/>
          <a:lstStyle/>
          <a:p>
            <a:pPr marL="155448" indent="-155448" algn="l">
              <a:lnSpc>
                <a:spcPct val="106000"/>
              </a:lnSpc>
              <a:spcAft>
                <a:spcPts val="200"/>
              </a:spcAft>
              <a:buChar char="•"/>
            </a:pPr>
            <a:r>
              <a:rPr sz="1050" b="0" i="0">
                <a:solidFill>
                  <a:srgbClr val="222222"/>
                </a:solidFill>
                <a:latin typeface="Arial"/>
              </a:rPr>
              <a:t>Too much waste product (poor selectivity) → go cooler; too little feed reacting (poor conversion) → go hotter</a:t>
            </a:r>
          </a:p>
          <a:p>
            <a:pPr marL="155448" indent="-155448" algn="l">
              <a:lnSpc>
                <a:spcPct val="106000"/>
              </a:lnSpc>
              <a:spcAft>
                <a:spcPts val="200"/>
              </a:spcAft>
              <a:buChar char="•"/>
            </a:pPr>
            <a:r>
              <a:rPr sz="1050" b="0" i="0">
                <a:solidFill>
                  <a:srgbClr val="222222"/>
                </a:solidFill>
                <a:latin typeface="Arial"/>
              </a:rPr>
              <a:t>It works, but slowly, and it needs an experienced chemist on call</a:t>
            </a:r>
          </a:p>
          <a:p>
            <a:pPr marL="155448" indent="-155448" algn="l">
              <a:lnSpc>
                <a:spcPct val="106000"/>
              </a:lnSpc>
              <a:spcAft>
                <a:spcPts val="200"/>
              </a:spcAft>
              <a:buChar char="•"/>
            </a:pPr>
            <a:r>
              <a:rPr sz="1050" b="0" i="0">
                <a:solidFill>
                  <a:srgbClr val="222222"/>
                </a:solidFill>
                <a:latin typeface="Arial"/>
              </a:rPr>
              <a:t>Cost of today's way: a 25-run campaign is five weeks of reactor time and feed gas, and most early runs lose money</a:t>
            </a:r>
          </a:p>
        </p:txBody>
      </p:sp>
      <p:sp>
        <p:nvSpPr>
          <p:cNvPr id="31" name="Rounded Rectangle 30"/>
          <p:cNvSpPr/>
          <p:nvPr/>
        </p:nvSpPr>
        <p:spPr>
          <a:xfrm>
            <a:off x="8046720" y="2788920"/>
            <a:ext cx="3657600" cy="196596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8174736" y="2916936"/>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3</a:t>
            </a:r>
          </a:p>
        </p:txBody>
      </p:sp>
      <p:sp>
        <p:nvSpPr>
          <p:cNvPr id="33" name="TextBox 32"/>
          <p:cNvSpPr txBox="1"/>
          <p:nvPr/>
        </p:nvSpPr>
        <p:spPr>
          <a:xfrm>
            <a:off x="8540496" y="2862072"/>
            <a:ext cx="3054096" cy="365760"/>
          </a:xfrm>
          <a:prstGeom prst="rect">
            <a:avLst/>
          </a:prstGeom>
          <a:noFill/>
        </p:spPr>
        <p:txBody>
          <a:bodyPr wrap="square" lIns="45720" tIns="27432" rIns="45720" bIns="27432" anchor="t"/>
          <a:lstStyle/>
          <a:p>
            <a:pPr algn="l">
              <a:lnSpc>
                <a:spcPct val="108000"/>
              </a:lnSpc>
              <a:spcAft>
                <a:spcPts val="300"/>
              </a:spcAft>
            </a:pPr>
            <a:r>
              <a:rPr sz="1300" b="1" i="0">
                <a:solidFill>
                  <a:srgbClr val="6E1A1D"/>
                </a:solidFill>
                <a:latin typeface="Arial"/>
              </a:rPr>
              <a:t>The real constraints</a:t>
            </a:r>
          </a:p>
        </p:txBody>
      </p:sp>
      <p:sp>
        <p:nvSpPr>
          <p:cNvPr id="34" name="TextBox 33"/>
          <p:cNvSpPr txBox="1"/>
          <p:nvPr/>
        </p:nvSpPr>
        <p:spPr>
          <a:xfrm>
            <a:off x="8540496" y="3227832"/>
            <a:ext cx="3054096" cy="1472184"/>
          </a:xfrm>
          <a:prstGeom prst="rect">
            <a:avLst/>
          </a:prstGeom>
          <a:noFill/>
        </p:spPr>
        <p:txBody>
          <a:bodyPr wrap="square" lIns="45720" tIns="27432" rIns="45720" bIns="27432" anchor="t"/>
          <a:lstStyle/>
          <a:p>
            <a:pPr marL="155448" indent="-155448" algn="l">
              <a:lnSpc>
                <a:spcPct val="106000"/>
              </a:lnSpc>
              <a:spcAft>
                <a:spcPts val="200"/>
              </a:spcAft>
              <a:buChar char="•"/>
            </a:pPr>
            <a:r>
              <a:rPr sz="1050" b="0" i="0">
                <a:solidFill>
                  <a:srgbClr val="222222"/>
                </a:solidFill>
                <a:latin typeface="Arial"/>
              </a:rPr>
              <a:t>No knob may jump more than one step between runs (10 bar, 10 mL/min, 30 K)</a:t>
            </a:r>
          </a:p>
          <a:p>
            <a:pPr marL="155448" indent="-155448" algn="l">
              <a:lnSpc>
                <a:spcPct val="106000"/>
              </a:lnSpc>
              <a:spcAft>
                <a:spcPts val="200"/>
              </a:spcAft>
              <a:buChar char="•"/>
            </a:pPr>
            <a:r>
              <a:rPr sz="1050" b="0" i="0">
                <a:solidFill>
                  <a:srgbClr val="222222"/>
                </a:solidFill>
                <a:latin typeface="Arial"/>
              </a:rPr>
              <a:t>The product must meet a spec; suggestions must stay inside safety ranges</a:t>
            </a:r>
          </a:p>
          <a:p>
            <a:pPr marL="155448" indent="-155448" algn="l">
              <a:lnSpc>
                <a:spcPct val="106000"/>
              </a:lnSpc>
              <a:spcAft>
                <a:spcPts val="200"/>
              </a:spcAft>
              <a:buChar char="•"/>
            </a:pPr>
            <a:r>
              <a:rPr sz="1050" b="0" i="0">
                <a:solidFill>
                  <a:srgbClr val="222222"/>
                </a:solidFill>
                <a:latin typeface="Arial"/>
              </a:rPr>
              <a:t>Runs cost money, so the campaign should earn while it learns</a:t>
            </a:r>
          </a:p>
        </p:txBody>
      </p:sp>
      <p:sp>
        <p:nvSpPr>
          <p:cNvPr id="35" name="Rounded Rectangle 34"/>
          <p:cNvSpPr/>
          <p:nvPr/>
        </p:nvSpPr>
        <p:spPr>
          <a:xfrm>
            <a:off x="365760" y="4892040"/>
            <a:ext cx="11338560" cy="1508760"/>
          </a:xfrm>
          <a:prstGeom prst="roundRect">
            <a:avLst>
              <a:gd name="adj" fmla="val 8000"/>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48640" y="4919472"/>
            <a:ext cx="10972800" cy="274320"/>
          </a:xfrm>
          <a:prstGeom prst="rect">
            <a:avLst/>
          </a:prstGeom>
          <a:noFill/>
        </p:spPr>
        <p:txBody>
          <a:bodyPr wrap="square" lIns="45720" tIns="27432" rIns="45720" bIns="27432" anchor="t"/>
          <a:lstStyle/>
          <a:p>
            <a:pPr algn="l">
              <a:lnSpc>
                <a:spcPct val="108000"/>
              </a:lnSpc>
              <a:spcAft>
                <a:spcPts val="300"/>
              </a:spcAft>
            </a:pPr>
            <a:r>
              <a:rPr sz="1050" b="1" i="0">
                <a:solidFill>
                  <a:srgbClr val="F3C9CB"/>
                </a:solidFill>
                <a:latin typeface="Arial"/>
              </a:rPr>
              <a:t>Problem statement</a:t>
            </a:r>
          </a:p>
        </p:txBody>
      </p:sp>
      <p:sp>
        <p:nvSpPr>
          <p:cNvPr id="37" name="TextBox 36"/>
          <p:cNvSpPr txBox="1"/>
          <p:nvPr/>
        </p:nvSpPr>
        <p:spPr>
          <a:xfrm>
            <a:off x="548640" y="5175504"/>
            <a:ext cx="10972800" cy="1188720"/>
          </a:xfrm>
          <a:prstGeom prst="rect">
            <a:avLst/>
          </a:prstGeom>
          <a:noFill/>
        </p:spPr>
        <p:txBody>
          <a:bodyPr wrap="square" lIns="45720" tIns="27432" rIns="45720" bIns="27432" anchor="t"/>
          <a:lstStyle/>
          <a:p>
            <a:pPr algn="l">
              <a:lnSpc>
                <a:spcPct val="108000"/>
              </a:lnSpc>
              <a:spcAft>
                <a:spcPts val="300"/>
              </a:spcAft>
            </a:pPr>
            <a:r>
              <a:rPr sz="1150" b="1" i="0" dirty="0">
                <a:solidFill>
                  <a:srgbClr val="FFFFFF"/>
                </a:solidFill>
                <a:latin typeface="Arial"/>
              </a:rPr>
              <a:t>Given: </a:t>
            </a:r>
            <a:r>
              <a:rPr sz="1150" b="0" i="0" dirty="0">
                <a:solidFill>
                  <a:srgbClr val="FFFFFF"/>
                </a:solidFill>
                <a:latin typeface="Arial"/>
              </a:rPr>
              <a:t>the run log the operator already keeps </a:t>
            </a:r>
            <a:r>
              <a:rPr lang="en-IN" sz="1150" b="0" i="0" dirty="0">
                <a:solidFill>
                  <a:srgbClr val="FFFFFF"/>
                </a:solidFill>
                <a:latin typeface="Arial"/>
              </a:rPr>
              <a:t>-</a:t>
            </a:r>
            <a:r>
              <a:rPr sz="1150" b="0" i="0" dirty="0">
                <a:solidFill>
                  <a:srgbClr val="FFFFFF"/>
                </a:solidFill>
                <a:latin typeface="Arial"/>
              </a:rPr>
              <a:t> the set points and the GC printout of what came out.</a:t>
            </a:r>
          </a:p>
          <a:p>
            <a:pPr algn="l">
              <a:lnSpc>
                <a:spcPct val="108000"/>
              </a:lnSpc>
              <a:spcAft>
                <a:spcPts val="300"/>
              </a:spcAft>
            </a:pPr>
            <a:r>
              <a:rPr sz="1150" b="1" i="0" dirty="0">
                <a:solidFill>
                  <a:srgbClr val="FFFFFF"/>
                </a:solidFill>
                <a:latin typeface="Arial"/>
              </a:rPr>
              <a:t>Objective: </a:t>
            </a:r>
            <a:r>
              <a:rPr sz="1150" b="0" i="0" dirty="0" err="1">
                <a:solidFill>
                  <a:srgbClr val="FFFFFF"/>
                </a:solidFill>
                <a:latin typeface="Arial"/>
              </a:rPr>
              <a:t>maximise</a:t>
            </a:r>
            <a:r>
              <a:rPr sz="1150" b="0" i="0" dirty="0">
                <a:solidFill>
                  <a:srgbClr val="FFFFFF"/>
                </a:solidFill>
                <a:latin typeface="Arial"/>
              </a:rPr>
              <a:t> profit per hour (product value − feed − compression − by-products, worked out from the GC reading), subject to a product spec, safety ranges and one allowed step per run.</a:t>
            </a:r>
          </a:p>
          <a:p>
            <a:pPr algn="l">
              <a:lnSpc>
                <a:spcPct val="108000"/>
              </a:lnSpc>
              <a:spcAft>
                <a:spcPts val="300"/>
              </a:spcAft>
            </a:pPr>
            <a:r>
              <a:rPr sz="1150" b="1" i="0" dirty="0">
                <a:solidFill>
                  <a:srgbClr val="FFFFFF"/>
                </a:solidFill>
                <a:latin typeface="Arial"/>
              </a:rPr>
              <a:t>Deliver: </a:t>
            </a:r>
            <a:r>
              <a:rPr sz="1150" b="0" i="0" dirty="0">
                <a:solidFill>
                  <a:srgbClr val="FFFFFF"/>
                </a:solidFill>
                <a:latin typeface="Arial"/>
              </a:rPr>
              <a:t>the next run, the reason, the expected profit and whether another run is worth its cost </a:t>
            </a:r>
            <a:r>
              <a:rPr lang="en-IN" sz="1150" b="0" i="0" dirty="0">
                <a:solidFill>
                  <a:srgbClr val="FFFFFF"/>
                </a:solidFill>
                <a:latin typeface="Arial"/>
              </a:rPr>
              <a:t>-</a:t>
            </a:r>
            <a:r>
              <a:rPr sz="1150" b="0" i="0" dirty="0">
                <a:solidFill>
                  <a:srgbClr val="FFFFFF"/>
                </a:solidFill>
                <a:latin typeface="Arial"/>
              </a:rPr>
              <a:t> reaching the best operating point in fewer runs than the usual rules of thumb, for someone who knows neither kinetics nor machine learning.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713232"/>
            <a:ext cx="10241280" cy="658368"/>
          </a:xfrm>
        </p:spPr>
        <p:txBody>
          <a:bodyPr lIns="45720" anchor="ctr"/>
          <a:lstStyle/>
          <a:p>
            <a:pPr algn="l"/>
            <a:r>
              <a:rPr sz="2800" b="1" i="0">
                <a:solidFill>
                  <a:srgbClr val="8B2327"/>
                </a:solidFill>
                <a:latin typeface="Arial"/>
              </a:rPr>
              <a:t>What the literature offers, and where it stops</a:t>
            </a:r>
          </a:p>
        </p:txBody>
      </p:sp>
      <p:sp>
        <p:nvSpPr>
          <p:cNvPr id="3" name="TextBox 2"/>
          <p:cNvSpPr txBox="1"/>
          <p:nvPr/>
        </p:nvSpPr>
        <p:spPr>
          <a:xfrm>
            <a:off x="365760" y="457200"/>
            <a:ext cx="7315200" cy="274320"/>
          </a:xfrm>
          <a:prstGeom prst="rect">
            <a:avLst/>
          </a:prstGeom>
          <a:noFill/>
        </p:spPr>
        <p:txBody>
          <a:bodyPr wrap="square" lIns="45720" tIns="27432" rIns="45720" bIns="27432" anchor="t"/>
          <a:lstStyle/>
          <a:p>
            <a:pPr algn="l">
              <a:lnSpc>
                <a:spcPct val="108000"/>
              </a:lnSpc>
              <a:spcAft>
                <a:spcPts val="300"/>
              </a:spcAft>
            </a:pPr>
            <a:r>
              <a:rPr sz="1050" b="1" i="0">
                <a:solidFill>
                  <a:srgbClr val="8B2327"/>
                </a:solidFill>
                <a:latin typeface="Arial"/>
              </a:rPr>
              <a:t>LITERATURE REVIEW</a:t>
            </a:r>
          </a:p>
        </p:txBody>
      </p:sp>
      <p:cxnSp>
        <p:nvCxnSpPr>
          <p:cNvPr id="4" name="Connector 3"/>
          <p:cNvCxnSpPr/>
          <p:nvPr/>
        </p:nvCxnSpPr>
        <p:spPr>
          <a:xfrm>
            <a:off x="365760" y="6510528"/>
            <a:ext cx="11430000" cy="0"/>
          </a:xfrm>
          <a:prstGeom prst="line">
            <a:avLst/>
          </a:prstGeom>
          <a:ln w="9525">
            <a:solidFill>
              <a:srgbClr val="DDD5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5760" y="6528816"/>
            <a:ext cx="9144000" cy="274320"/>
          </a:xfrm>
          <a:prstGeom prst="rect">
            <a:avLst/>
          </a:prstGeom>
          <a:noFill/>
        </p:spPr>
        <p:txBody>
          <a:bodyPr wrap="square" lIns="45720" tIns="27432" rIns="45720" bIns="27432" anchor="t"/>
          <a:lstStyle/>
          <a:p>
            <a:pPr algn="l">
              <a:lnSpc>
                <a:spcPct val="108000"/>
              </a:lnSpc>
              <a:spcAft>
                <a:spcPts val="300"/>
              </a:spcAft>
            </a:pPr>
            <a:r>
              <a:rPr sz="850" b="0" i="0" dirty="0">
                <a:solidFill>
                  <a:srgbClr val="808080"/>
                </a:solidFill>
                <a:latin typeface="Arial"/>
              </a:rPr>
              <a:t>ACOD310 mid-term  ·  1</a:t>
            </a:r>
            <a:r>
              <a:rPr lang="en-IN" sz="850" b="0" i="0" dirty="0">
                <a:solidFill>
                  <a:srgbClr val="808080"/>
                </a:solidFill>
                <a:latin typeface="Arial"/>
              </a:rPr>
              <a:t>6</a:t>
            </a:r>
            <a:r>
              <a:rPr sz="850" b="0" i="0" dirty="0">
                <a:solidFill>
                  <a:srgbClr val="808080"/>
                </a:solidFill>
                <a:latin typeface="Arial"/>
              </a:rPr>
              <a:t> October 2026  ·  Sumant Varanasi &amp; Parva Chaudhary</a:t>
            </a:r>
          </a:p>
        </p:txBody>
      </p:sp>
      <p:sp>
        <p:nvSpPr>
          <p:cNvPr id="6" name="TextBox 5"/>
          <p:cNvSpPr txBox="1"/>
          <p:nvPr/>
        </p:nvSpPr>
        <p:spPr>
          <a:xfrm>
            <a:off x="10972800" y="6528816"/>
            <a:ext cx="822960" cy="274320"/>
          </a:xfrm>
          <a:prstGeom prst="rect">
            <a:avLst/>
          </a:prstGeom>
          <a:noFill/>
        </p:spPr>
        <p:txBody>
          <a:bodyPr wrap="square" lIns="45720" tIns="27432" rIns="45720" bIns="27432" anchor="t"/>
          <a:lstStyle/>
          <a:p>
            <a:pPr algn="r">
              <a:lnSpc>
                <a:spcPct val="108000"/>
              </a:lnSpc>
              <a:spcAft>
                <a:spcPts val="300"/>
              </a:spcAft>
            </a:pPr>
            <a:r>
              <a:rPr sz="850" b="0" i="0">
                <a:solidFill>
                  <a:srgbClr val="808080"/>
                </a:solidFill>
                <a:latin typeface="Arial"/>
              </a:rPr>
              <a:t>4 / 10</a:t>
            </a:r>
          </a:p>
        </p:txBody>
      </p:sp>
      <p:sp>
        <p:nvSpPr>
          <p:cNvPr id="7" name="Rounded Rectangle 6"/>
          <p:cNvSpPr/>
          <p:nvPr/>
        </p:nvSpPr>
        <p:spPr>
          <a:xfrm>
            <a:off x="365760" y="1536192"/>
            <a:ext cx="3703320" cy="329184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75488" y="1591056"/>
            <a:ext cx="3483863" cy="32004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Optimising expensive experiments</a:t>
            </a:r>
          </a:p>
        </p:txBody>
      </p:sp>
      <p:sp>
        <p:nvSpPr>
          <p:cNvPr id="9" name="TextBox 8"/>
          <p:cNvSpPr txBox="1"/>
          <p:nvPr/>
        </p:nvSpPr>
        <p:spPr>
          <a:xfrm>
            <a:off x="475488" y="1883664"/>
            <a:ext cx="3483863" cy="457200"/>
          </a:xfrm>
          <a:prstGeom prst="rect">
            <a:avLst/>
          </a:prstGeom>
          <a:noFill/>
        </p:spPr>
        <p:txBody>
          <a:bodyPr wrap="square" lIns="45720" tIns="27432" rIns="45720" bIns="27432" anchor="t"/>
          <a:lstStyle/>
          <a:p>
            <a:pPr algn="l">
              <a:lnSpc>
                <a:spcPct val="104000"/>
              </a:lnSpc>
              <a:spcAft>
                <a:spcPts val="300"/>
              </a:spcAft>
            </a:pPr>
            <a:r>
              <a:rPr sz="950" b="0" i="1">
                <a:solidFill>
                  <a:srgbClr val="555555"/>
                </a:solidFill>
                <a:latin typeface="Arial"/>
              </a:rPr>
              <a:t>a statistical model guesses where the best experiment is; run it; update; repeat (Bayesian optimisation)</a:t>
            </a:r>
          </a:p>
        </p:txBody>
      </p:sp>
      <p:sp>
        <p:nvSpPr>
          <p:cNvPr id="10" name="TextBox 9"/>
          <p:cNvSpPr txBox="1"/>
          <p:nvPr/>
        </p:nvSpPr>
        <p:spPr>
          <a:xfrm>
            <a:off x="475488" y="2377440"/>
            <a:ext cx="3483863" cy="2423160"/>
          </a:xfrm>
          <a:prstGeom prst="rect">
            <a:avLst/>
          </a:prstGeom>
          <a:noFill/>
        </p:spPr>
        <p:txBody>
          <a:bodyPr wrap="square" lIns="45720" tIns="27432" rIns="45720" bIns="27432" anchor="t"/>
          <a:lstStyle/>
          <a:p>
            <a:pPr marL="155448" indent="-155448" algn="l">
              <a:lnSpc>
                <a:spcPct val="104000"/>
              </a:lnSpc>
              <a:spcAft>
                <a:spcPts val="300"/>
              </a:spcAft>
              <a:buChar char="•"/>
            </a:pPr>
            <a:r>
              <a:rPr sz="950" b="1" i="0">
                <a:solidFill>
                  <a:srgbClr val="222222"/>
                </a:solidFill>
                <a:latin typeface="Arial"/>
              </a:rPr>
              <a:t>Box &amp; Wilson 1951 — </a:t>
            </a:r>
            <a:r>
              <a:rPr sz="950" b="0" i="0">
                <a:solidFill>
                  <a:srgbClr val="222222"/>
                </a:solidFill>
                <a:latin typeface="Arial"/>
              </a:rPr>
              <a:t>response-surface methodology: climb step by step along the steepest ascent; what a chemist's tuning still is</a:t>
            </a:r>
          </a:p>
          <a:p>
            <a:pPr marL="155448" indent="-155448" algn="l">
              <a:lnSpc>
                <a:spcPct val="104000"/>
              </a:lnSpc>
              <a:spcAft>
                <a:spcPts val="300"/>
              </a:spcAft>
              <a:buChar char="•"/>
            </a:pPr>
            <a:r>
              <a:rPr sz="950" b="1" i="0">
                <a:solidFill>
                  <a:srgbClr val="222222"/>
                </a:solidFill>
                <a:latin typeface="Arial"/>
              </a:rPr>
              <a:t>Jones, Schonlau &amp; Welch 1998 — </a:t>
            </a:r>
            <a:r>
              <a:rPr sz="950" b="0" i="0">
                <a:solidFill>
                  <a:srgbClr val="222222"/>
                </a:solidFill>
                <a:latin typeface="Arial"/>
              </a:rPr>
              <a:t>Efficient Global Optimization: a Gaussian process (a model that predicts a value and how unsure it is) plus Expected Improvement choose the next experiment</a:t>
            </a:r>
          </a:p>
          <a:p>
            <a:pPr marL="155448" indent="-155448" algn="l">
              <a:lnSpc>
                <a:spcPct val="104000"/>
              </a:lnSpc>
              <a:spcAft>
                <a:spcPts val="300"/>
              </a:spcAft>
              <a:buChar char="•"/>
            </a:pPr>
            <a:r>
              <a:rPr sz="950" b="1" i="0">
                <a:solidFill>
                  <a:srgbClr val="222222"/>
                </a:solidFill>
                <a:latin typeface="Arial"/>
              </a:rPr>
              <a:t>Shields et al., Nature 2021 — </a:t>
            </a:r>
            <a:r>
              <a:rPr sz="950" b="0" i="0">
                <a:solidFill>
                  <a:srgbClr val="222222"/>
                </a:solidFill>
                <a:latin typeface="Arial"/>
              </a:rPr>
              <a:t>Bayesian optimisation beat expert chemists at reaction optimisation</a:t>
            </a:r>
          </a:p>
          <a:p>
            <a:pPr marL="155448" indent="-155448" algn="l">
              <a:lnSpc>
                <a:spcPct val="104000"/>
              </a:lnSpc>
              <a:spcAft>
                <a:spcPts val="300"/>
              </a:spcAft>
              <a:buChar char="•"/>
            </a:pPr>
            <a:r>
              <a:rPr sz="950" b="1" i="0">
                <a:solidFill>
                  <a:srgbClr val="222222"/>
                </a:solidFill>
                <a:latin typeface="Arial"/>
              </a:rPr>
              <a:t>Taylor et al., Chem. Rev. 2023 — </a:t>
            </a:r>
            <a:r>
              <a:rPr sz="950" b="0" i="0">
                <a:solidFill>
                  <a:srgbClr val="222222"/>
                </a:solidFill>
                <a:latin typeface="Arial"/>
              </a:rPr>
              <a:t>review: algorithms versus intuition</a:t>
            </a:r>
          </a:p>
        </p:txBody>
      </p:sp>
      <p:sp>
        <p:nvSpPr>
          <p:cNvPr id="11" name="Rounded Rectangle 10"/>
          <p:cNvSpPr/>
          <p:nvPr/>
        </p:nvSpPr>
        <p:spPr>
          <a:xfrm>
            <a:off x="4183380" y="1536192"/>
            <a:ext cx="3703320" cy="329184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293108" y="1591056"/>
            <a:ext cx="3483863" cy="32004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Specs, step costs, composition</a:t>
            </a:r>
          </a:p>
        </p:txBody>
      </p:sp>
      <p:sp>
        <p:nvSpPr>
          <p:cNvPr id="13" name="TextBox 12"/>
          <p:cNvSpPr txBox="1"/>
          <p:nvPr/>
        </p:nvSpPr>
        <p:spPr>
          <a:xfrm>
            <a:off x="4293108" y="1883664"/>
            <a:ext cx="3483863" cy="457200"/>
          </a:xfrm>
          <a:prstGeom prst="rect">
            <a:avLst/>
          </a:prstGeom>
          <a:noFill/>
        </p:spPr>
        <p:txBody>
          <a:bodyPr wrap="square" lIns="45720" tIns="27432" rIns="45720" bIns="27432" anchor="t"/>
          <a:lstStyle/>
          <a:p>
            <a:pPr algn="l">
              <a:lnSpc>
                <a:spcPct val="104000"/>
              </a:lnSpc>
              <a:spcAft>
                <a:spcPts val="300"/>
              </a:spcAft>
            </a:pPr>
            <a:r>
              <a:rPr sz="950" b="0" i="1">
                <a:solidFill>
                  <a:srgbClr val="555555"/>
                </a:solidFill>
                <a:latin typeface="Arial"/>
              </a:rPr>
              <a:t>respect product specs, keep the search near what you know, use what the instrument measures</a:t>
            </a:r>
          </a:p>
        </p:txBody>
      </p:sp>
      <p:sp>
        <p:nvSpPr>
          <p:cNvPr id="14" name="TextBox 13"/>
          <p:cNvSpPr txBox="1"/>
          <p:nvPr/>
        </p:nvSpPr>
        <p:spPr>
          <a:xfrm>
            <a:off x="4293108" y="2377440"/>
            <a:ext cx="3483863" cy="2423160"/>
          </a:xfrm>
          <a:prstGeom prst="rect">
            <a:avLst/>
          </a:prstGeom>
          <a:noFill/>
        </p:spPr>
        <p:txBody>
          <a:bodyPr wrap="square" lIns="45720" tIns="27432" rIns="45720" bIns="27432" anchor="t"/>
          <a:lstStyle/>
          <a:p>
            <a:pPr marL="155448" indent="-155448" algn="l">
              <a:lnSpc>
                <a:spcPct val="104000"/>
              </a:lnSpc>
              <a:spcAft>
                <a:spcPts val="300"/>
              </a:spcAft>
              <a:buChar char="•"/>
            </a:pPr>
            <a:r>
              <a:rPr sz="950" b="1" i="0">
                <a:solidFill>
                  <a:srgbClr val="222222"/>
                </a:solidFill>
                <a:latin typeface="Arial"/>
              </a:rPr>
              <a:t>Gelbart, Snoek &amp; Adams 2014 — </a:t>
            </a:r>
            <a:r>
              <a:rPr sz="950" b="0" i="0">
                <a:solidFill>
                  <a:srgbClr val="222222"/>
                </a:solidFill>
                <a:latin typeface="Arial"/>
              </a:rPr>
              <a:t>unknown constraints: a product spec enters as a probability of feasibility</a:t>
            </a:r>
          </a:p>
          <a:p>
            <a:pPr marL="155448" indent="-155448" algn="l">
              <a:lnSpc>
                <a:spcPct val="104000"/>
              </a:lnSpc>
              <a:spcAft>
                <a:spcPts val="300"/>
              </a:spcAft>
              <a:buChar char="•"/>
            </a:pPr>
            <a:r>
              <a:rPr sz="950" b="1" i="0">
                <a:solidFill>
                  <a:srgbClr val="222222"/>
                </a:solidFill>
                <a:latin typeface="Arial"/>
              </a:rPr>
              <a:t>Eriksson et al. 2019 (TuRBO) — </a:t>
            </a:r>
            <a:r>
              <a:rPr sz="950" b="0" i="0">
                <a:solidFill>
                  <a:srgbClr val="222222"/>
                </a:solidFill>
                <a:latin typeface="Arial"/>
              </a:rPr>
              <a:t>trust regions keep the search local</a:t>
            </a:r>
          </a:p>
          <a:p>
            <a:pPr marL="155448" indent="-155448" algn="l">
              <a:lnSpc>
                <a:spcPct val="104000"/>
              </a:lnSpc>
              <a:spcAft>
                <a:spcPts val="300"/>
              </a:spcAft>
              <a:buChar char="•"/>
            </a:pPr>
            <a:r>
              <a:rPr sz="950" b="1" i="0">
                <a:solidFill>
                  <a:srgbClr val="222222"/>
                </a:solidFill>
                <a:latin typeface="Arial"/>
              </a:rPr>
              <a:t>Folch et al. 2022 (SnAKe) — </a:t>
            </a:r>
            <a:r>
              <a:rPr sz="950" b="0" i="0">
                <a:solidFill>
                  <a:srgbClr val="222222"/>
                </a:solidFill>
                <a:latin typeface="Arial"/>
              </a:rPr>
              <a:t>when changing the inputs costs, plan paths, not jumps</a:t>
            </a:r>
          </a:p>
          <a:p>
            <a:pPr marL="155448" indent="-155448" algn="l">
              <a:lnSpc>
                <a:spcPct val="104000"/>
              </a:lnSpc>
              <a:spcAft>
                <a:spcPts val="300"/>
              </a:spcAft>
              <a:buChar char="•"/>
            </a:pPr>
            <a:r>
              <a:rPr sz="950" b="1" i="0">
                <a:solidFill>
                  <a:srgbClr val="222222"/>
                </a:solidFill>
                <a:latin typeface="Arial"/>
              </a:rPr>
              <a:t>Astudillo &amp; Frazier 2019; Paulson &amp; Lu 2022 — </a:t>
            </a:r>
            <a:r>
              <a:rPr sz="950" b="0" i="0">
                <a:solidFill>
                  <a:srgbClr val="222222"/>
                </a:solidFill>
                <a:latin typeface="Arial"/>
              </a:rPr>
              <a:t>grey-box BO: the objective is a known function of a measured vector, learned from scratch with a Gaussian process</a:t>
            </a:r>
          </a:p>
        </p:txBody>
      </p:sp>
      <p:sp>
        <p:nvSpPr>
          <p:cNvPr id="15" name="Rounded Rectangle 14"/>
          <p:cNvSpPr/>
          <p:nvPr/>
        </p:nvSpPr>
        <p:spPr>
          <a:xfrm>
            <a:off x="8001000" y="1536192"/>
            <a:ext cx="3703320" cy="329184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110727" y="1591056"/>
            <a:ext cx="3483863" cy="32004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Physics + data</a:t>
            </a:r>
          </a:p>
        </p:txBody>
      </p:sp>
      <p:sp>
        <p:nvSpPr>
          <p:cNvPr id="17" name="TextBox 16"/>
          <p:cNvSpPr txBox="1"/>
          <p:nvPr/>
        </p:nvSpPr>
        <p:spPr>
          <a:xfrm>
            <a:off x="8110727" y="1883664"/>
            <a:ext cx="3483863" cy="457200"/>
          </a:xfrm>
          <a:prstGeom prst="rect">
            <a:avLst/>
          </a:prstGeom>
          <a:noFill/>
        </p:spPr>
        <p:txBody>
          <a:bodyPr wrap="square" lIns="45720" tIns="27432" rIns="45720" bIns="27432" anchor="t"/>
          <a:lstStyle/>
          <a:p>
            <a:pPr algn="l">
              <a:lnSpc>
                <a:spcPct val="104000"/>
              </a:lnSpc>
              <a:spcAft>
                <a:spcPts val="300"/>
              </a:spcAft>
            </a:pPr>
            <a:r>
              <a:rPr sz="950" b="0" i="1">
                <a:solidFill>
                  <a:srgbClr val="555555"/>
                </a:solidFill>
                <a:latin typeface="Arial"/>
              </a:rPr>
              <a:t>mix textbook physics with learned corrections; choose runs that sharpen the model</a:t>
            </a:r>
          </a:p>
        </p:txBody>
      </p:sp>
      <p:sp>
        <p:nvSpPr>
          <p:cNvPr id="18" name="TextBox 17"/>
          <p:cNvSpPr txBox="1"/>
          <p:nvPr/>
        </p:nvSpPr>
        <p:spPr>
          <a:xfrm>
            <a:off x="8110727" y="2377440"/>
            <a:ext cx="3483863" cy="2423160"/>
          </a:xfrm>
          <a:prstGeom prst="rect">
            <a:avLst/>
          </a:prstGeom>
          <a:noFill/>
        </p:spPr>
        <p:txBody>
          <a:bodyPr wrap="square" lIns="45720" tIns="27432" rIns="45720" bIns="27432" anchor="t"/>
          <a:lstStyle/>
          <a:p>
            <a:pPr marL="155448" indent="-155448" algn="l">
              <a:lnSpc>
                <a:spcPct val="104000"/>
              </a:lnSpc>
              <a:spcAft>
                <a:spcPts val="300"/>
              </a:spcAft>
              <a:buChar char="•"/>
            </a:pPr>
            <a:r>
              <a:rPr sz="950" b="1" i="0">
                <a:solidFill>
                  <a:srgbClr val="222222"/>
                </a:solidFill>
                <a:latin typeface="Arial"/>
              </a:rPr>
              <a:t>Psichogios &amp; Ungar 1992; von Stosch et al. 2014 — </a:t>
            </a:r>
            <a:r>
              <a:rPr sz="950" b="0" i="0">
                <a:solidFill>
                  <a:srgbClr val="222222"/>
                </a:solidFill>
                <a:latin typeface="Arial"/>
              </a:rPr>
              <a:t>hybrid models: mechanistic balances with learned parts</a:t>
            </a:r>
          </a:p>
          <a:p>
            <a:pPr marL="155448" indent="-155448" algn="l">
              <a:lnSpc>
                <a:spcPct val="104000"/>
              </a:lnSpc>
              <a:spcAft>
                <a:spcPts val="300"/>
              </a:spcAft>
              <a:buChar char="•"/>
            </a:pPr>
            <a:r>
              <a:rPr sz="950" b="1" i="0">
                <a:solidFill>
                  <a:srgbClr val="222222"/>
                </a:solidFill>
                <a:latin typeface="Arial"/>
              </a:rPr>
              <a:t>Franceschini &amp; Macchietto 2008; Waldron et al. 2019 — </a:t>
            </a:r>
            <a:r>
              <a:rPr sz="950" b="0" i="0">
                <a:solidFill>
                  <a:srgbClr val="222222"/>
                </a:solidFill>
                <a:latin typeface="Arial"/>
              </a:rPr>
              <a:t>model-based design of experiments: runs chosen to sharpen or discriminate kinetic models, in closed loop on a heterogeneous catalyst</a:t>
            </a:r>
          </a:p>
        </p:txBody>
      </p:sp>
      <p:sp>
        <p:nvSpPr>
          <p:cNvPr id="19" name="Rounded Rectangle 18"/>
          <p:cNvSpPr/>
          <p:nvPr/>
        </p:nvSpPr>
        <p:spPr>
          <a:xfrm>
            <a:off x="365760" y="4956048"/>
            <a:ext cx="11338560" cy="1444752"/>
          </a:xfrm>
          <a:prstGeom prst="roundRect">
            <a:avLst>
              <a:gd name="adj" fmla="val 8000"/>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8640" y="4983480"/>
            <a:ext cx="10972800" cy="274320"/>
          </a:xfrm>
          <a:prstGeom prst="rect">
            <a:avLst/>
          </a:prstGeom>
          <a:noFill/>
        </p:spPr>
        <p:txBody>
          <a:bodyPr wrap="square" lIns="45720" tIns="27432" rIns="45720" bIns="27432" anchor="t"/>
          <a:lstStyle/>
          <a:p>
            <a:pPr algn="l">
              <a:lnSpc>
                <a:spcPct val="108000"/>
              </a:lnSpc>
              <a:spcAft>
                <a:spcPts val="300"/>
              </a:spcAft>
            </a:pPr>
            <a:r>
              <a:rPr sz="1050" b="1" i="0">
                <a:solidFill>
                  <a:srgbClr val="F3C9CB"/>
                </a:solidFill>
                <a:latin typeface="Arial"/>
              </a:rPr>
              <a:t>The gap</a:t>
            </a:r>
          </a:p>
        </p:txBody>
      </p:sp>
      <p:sp>
        <p:nvSpPr>
          <p:cNvPr id="21" name="TextBox 20"/>
          <p:cNvSpPr txBox="1"/>
          <p:nvPr/>
        </p:nvSpPr>
        <p:spPr>
          <a:xfrm>
            <a:off x="548640" y="5230368"/>
            <a:ext cx="10972800" cy="1143000"/>
          </a:xfrm>
          <a:prstGeom prst="rect">
            <a:avLst/>
          </a:prstGeom>
          <a:noFill/>
        </p:spPr>
        <p:txBody>
          <a:bodyPr wrap="square" lIns="45720" tIns="27432" rIns="45720" bIns="27432" anchor="t"/>
          <a:lstStyle/>
          <a:p>
            <a:pPr algn="l">
              <a:lnSpc>
                <a:spcPct val="108000"/>
              </a:lnSpc>
              <a:spcAft>
                <a:spcPts val="300"/>
              </a:spcAft>
            </a:pPr>
            <a:r>
              <a:rPr sz="1150" b="0" i="0">
                <a:solidFill>
                  <a:srgbClr val="FFFFFF"/>
                </a:solidFill>
                <a:latin typeface="Arial"/>
              </a:rPr>
              <a:t>Black-box BO sees one profit number per run. Grey-box BO sees the composition but learns it from scratch. Model-based DoE uses the kinetic model and the full GC reading, but designs runs for parameter precision, not profit, and may run any point. None combine kinetics learned from every GC reading, step-limited planning toward profit under a product spec, a catalyst that cannot change and a plain-language operator interface — benchmarked against the rules of thumb and black-box BO under the same limits. That is this 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713232"/>
            <a:ext cx="10241280" cy="658368"/>
          </a:xfrm>
        </p:spPr>
        <p:txBody>
          <a:bodyPr lIns="45720" anchor="ctr"/>
          <a:lstStyle/>
          <a:p>
            <a:pPr algn="l"/>
            <a:r>
              <a:rPr sz="2800" b="1" i="0">
                <a:solidFill>
                  <a:srgbClr val="8B2327"/>
                </a:solidFill>
                <a:latin typeface="Arial"/>
              </a:rPr>
              <a:t>The digital twin, and the way a reactor is really run</a:t>
            </a:r>
          </a:p>
        </p:txBody>
      </p:sp>
      <p:sp>
        <p:nvSpPr>
          <p:cNvPr id="3" name="TextBox 2"/>
          <p:cNvSpPr txBox="1"/>
          <p:nvPr/>
        </p:nvSpPr>
        <p:spPr>
          <a:xfrm>
            <a:off x="365760" y="457200"/>
            <a:ext cx="7315200" cy="274320"/>
          </a:xfrm>
          <a:prstGeom prst="rect">
            <a:avLst/>
          </a:prstGeom>
          <a:noFill/>
        </p:spPr>
        <p:txBody>
          <a:bodyPr wrap="square" lIns="45720" tIns="27432" rIns="45720" bIns="27432" anchor="t"/>
          <a:lstStyle/>
          <a:p>
            <a:pPr algn="l">
              <a:lnSpc>
                <a:spcPct val="108000"/>
              </a:lnSpc>
              <a:spcAft>
                <a:spcPts val="300"/>
              </a:spcAft>
            </a:pPr>
            <a:r>
              <a:rPr sz="1050" b="1" i="0">
                <a:solidFill>
                  <a:srgbClr val="8B2327"/>
                </a:solidFill>
                <a:latin typeface="Arial"/>
              </a:rPr>
              <a:t>METHODOLOGY I</a:t>
            </a:r>
          </a:p>
        </p:txBody>
      </p:sp>
      <p:cxnSp>
        <p:nvCxnSpPr>
          <p:cNvPr id="4" name="Connector 3"/>
          <p:cNvCxnSpPr/>
          <p:nvPr/>
        </p:nvCxnSpPr>
        <p:spPr>
          <a:xfrm>
            <a:off x="365760" y="6510528"/>
            <a:ext cx="11430000" cy="0"/>
          </a:xfrm>
          <a:prstGeom prst="line">
            <a:avLst/>
          </a:prstGeom>
          <a:ln w="9525">
            <a:solidFill>
              <a:srgbClr val="DDD5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5760" y="6528816"/>
            <a:ext cx="9144000" cy="274320"/>
          </a:xfrm>
          <a:prstGeom prst="rect">
            <a:avLst/>
          </a:prstGeom>
          <a:noFill/>
        </p:spPr>
        <p:txBody>
          <a:bodyPr wrap="square" lIns="45720" tIns="27432" rIns="45720" bIns="27432" anchor="t"/>
          <a:lstStyle/>
          <a:p>
            <a:pPr algn="l">
              <a:lnSpc>
                <a:spcPct val="108000"/>
              </a:lnSpc>
              <a:spcAft>
                <a:spcPts val="300"/>
              </a:spcAft>
            </a:pPr>
            <a:r>
              <a:rPr sz="850" b="0" i="0" dirty="0">
                <a:solidFill>
                  <a:srgbClr val="808080"/>
                </a:solidFill>
                <a:latin typeface="Arial"/>
              </a:rPr>
              <a:t>ACOD310 mid-term  ·  1</a:t>
            </a:r>
            <a:r>
              <a:rPr lang="en-IN" sz="850" b="0" i="0" dirty="0">
                <a:solidFill>
                  <a:srgbClr val="808080"/>
                </a:solidFill>
                <a:latin typeface="Arial"/>
              </a:rPr>
              <a:t>6</a:t>
            </a:r>
            <a:r>
              <a:rPr sz="850" b="0" i="0" dirty="0">
                <a:solidFill>
                  <a:srgbClr val="808080"/>
                </a:solidFill>
                <a:latin typeface="Arial"/>
              </a:rPr>
              <a:t> October 2026  ·  Sumant Varanasi &amp; Parva Chaudhary</a:t>
            </a:r>
          </a:p>
        </p:txBody>
      </p:sp>
      <p:sp>
        <p:nvSpPr>
          <p:cNvPr id="6" name="TextBox 5"/>
          <p:cNvSpPr txBox="1"/>
          <p:nvPr/>
        </p:nvSpPr>
        <p:spPr>
          <a:xfrm>
            <a:off x="10972800" y="6528816"/>
            <a:ext cx="822960" cy="274320"/>
          </a:xfrm>
          <a:prstGeom prst="rect">
            <a:avLst/>
          </a:prstGeom>
          <a:noFill/>
        </p:spPr>
        <p:txBody>
          <a:bodyPr wrap="square" lIns="45720" tIns="27432" rIns="45720" bIns="27432" anchor="t"/>
          <a:lstStyle/>
          <a:p>
            <a:pPr algn="r">
              <a:lnSpc>
                <a:spcPct val="108000"/>
              </a:lnSpc>
              <a:spcAft>
                <a:spcPts val="300"/>
              </a:spcAft>
            </a:pPr>
            <a:r>
              <a:rPr sz="850" b="0" i="0">
                <a:solidFill>
                  <a:srgbClr val="808080"/>
                </a:solidFill>
                <a:latin typeface="Arial"/>
              </a:rPr>
              <a:t>5 / 10</a:t>
            </a:r>
          </a:p>
        </p:txBody>
      </p:sp>
      <p:sp>
        <p:nvSpPr>
          <p:cNvPr id="7" name="Rounded Rectangle 6"/>
          <p:cNvSpPr/>
          <p:nvPr/>
        </p:nvSpPr>
        <p:spPr>
          <a:xfrm>
            <a:off x="365760" y="1536192"/>
            <a:ext cx="5852160" cy="320040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75488" y="1609344"/>
            <a:ext cx="5632704" cy="365760"/>
          </a:xfrm>
          <a:prstGeom prst="rect">
            <a:avLst/>
          </a:prstGeom>
          <a:noFill/>
        </p:spPr>
        <p:txBody>
          <a:bodyPr wrap="square" lIns="45720" tIns="27432" rIns="45720" bIns="27432" anchor="t"/>
          <a:lstStyle/>
          <a:p>
            <a:pPr algn="l">
              <a:lnSpc>
                <a:spcPct val="108000"/>
              </a:lnSpc>
              <a:spcAft>
                <a:spcPts val="300"/>
              </a:spcAft>
            </a:pPr>
            <a:r>
              <a:rPr sz="1300" b="1" i="0">
                <a:solidFill>
                  <a:srgbClr val="6E1A1D"/>
                </a:solidFill>
                <a:latin typeface="Arial"/>
              </a:rPr>
              <a:t>The digital twin</a:t>
            </a:r>
          </a:p>
        </p:txBody>
      </p:sp>
      <p:sp>
        <p:nvSpPr>
          <p:cNvPr id="9" name="TextBox 8"/>
          <p:cNvSpPr txBox="1"/>
          <p:nvPr/>
        </p:nvSpPr>
        <p:spPr>
          <a:xfrm>
            <a:off x="475488" y="1975104"/>
            <a:ext cx="5632704" cy="2706624"/>
          </a:xfrm>
          <a:prstGeom prst="rect">
            <a:avLst/>
          </a:prstGeom>
          <a:noFill/>
        </p:spPr>
        <p:txBody>
          <a:bodyPr wrap="square" lIns="45720" tIns="27432" rIns="45720" bIns="27432" anchor="t"/>
          <a:lstStyle/>
          <a:p>
            <a:pPr marL="155448" indent="-155448" algn="l">
              <a:lnSpc>
                <a:spcPct val="106000"/>
              </a:lnSpc>
              <a:spcAft>
                <a:spcPts val="200"/>
              </a:spcAft>
              <a:buChar char="•"/>
            </a:pPr>
            <a:r>
              <a:rPr sz="950" b="0" i="0">
                <a:solidFill>
                  <a:srgbClr val="222222"/>
                </a:solidFill>
                <a:latin typeface="Arial"/>
              </a:rPr>
              <a:t>A textbook model of the reactor: how much of each substance is left after the gas passes over the catalyst, written per square metre of catalyst (S = a_BET · W_cat), so what we learn belongs to the catalyst material, not to one loading</a:t>
            </a:r>
          </a:p>
          <a:p>
            <a:pPr marL="155448" indent="-155448" algn="l">
              <a:lnSpc>
                <a:spcPct val="106000"/>
              </a:lnSpc>
              <a:spcAft>
                <a:spcPts val="200"/>
              </a:spcAft>
              <a:buChar char="•"/>
            </a:pPr>
            <a:r>
              <a:rPr sz="950" b="0" i="0">
                <a:solidFill>
                  <a:srgbClr val="222222"/>
                </a:solidFill>
                <a:latin typeface="Arial"/>
              </a:rPr>
              <a:t>Reaction speeds rise with temperature in the standard way (Arrhenius); more inert gas dilutes the feed; the reversible reaction's ceiling comes from thermodynamics. Profit = product sold − feed − compression − by-products, all from the GC reading</a:t>
            </a:r>
          </a:p>
          <a:p>
            <a:pPr marL="155448" indent="-155448" algn="l">
              <a:lnSpc>
                <a:spcPct val="106000"/>
              </a:lnSpc>
              <a:spcAft>
                <a:spcPts val="200"/>
              </a:spcAft>
              <a:buChar char="•"/>
            </a:pPr>
            <a:r>
              <a:rPr sz="950" b="0" i="0">
                <a:solidFill>
                  <a:srgbClr val="222222"/>
                </a:solidFill>
                <a:latin typeface="Arial"/>
              </a:rPr>
              <a:t>Assumptions: isothermal plug flow, no pressure drop, no transport limitations, ideal gas, first-order rates (energy balance and pressure drop are on the next-steps list)</a:t>
            </a:r>
          </a:p>
          <a:p>
            <a:pPr marL="155448" indent="-155448" algn="l">
              <a:lnSpc>
                <a:spcPct val="106000"/>
              </a:lnSpc>
              <a:spcAft>
                <a:spcPts val="200"/>
              </a:spcAft>
              <a:buChar char="•"/>
            </a:pPr>
            <a:r>
              <a:rPr sz="950" b="0" i="0">
                <a:solidFill>
                  <a:srgbClr val="222222"/>
                </a:solidFill>
                <a:latin typeface="Arial"/>
              </a:rPr>
              <a:t>Two chemistries: simple (A + B → C, A → D) and complex (A + B ⇌ C exothermic, C + B → E over-reaction, A → D cracking): three reactions competing; only ~2 % of the operating box makes any profit</a:t>
            </a:r>
          </a:p>
          <a:p>
            <a:pPr marL="155448" indent="-155448" algn="l">
              <a:lnSpc>
                <a:spcPct val="106000"/>
              </a:lnSpc>
              <a:spcAft>
                <a:spcPts val="200"/>
              </a:spcAft>
              <a:buChar char="•"/>
            </a:pPr>
            <a:r>
              <a:rPr sz="950" b="0" i="0">
                <a:solidFill>
                  <a:srgbClr val="222222"/>
                </a:solidFill>
                <a:latin typeface="Arial"/>
              </a:rPr>
              <a:t>The virtual reactor we test on is deliberately imperfect: the product slows the reactions (Langmuir–Hinshelwood inhibition, with a reactant term the advisor never has) and the GC has 1 % error; the new ageing scenario adds a catalyst that loses activity</a:t>
            </a:r>
          </a:p>
        </p:txBody>
      </p:sp>
      <p:sp>
        <p:nvSpPr>
          <p:cNvPr id="10" name="Rounded Rectangle 9"/>
          <p:cNvSpPr/>
          <p:nvPr/>
        </p:nvSpPr>
        <p:spPr>
          <a:xfrm>
            <a:off x="6400800" y="1536192"/>
            <a:ext cx="5303520" cy="32004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510528" y="1609344"/>
            <a:ext cx="5084064" cy="365760"/>
          </a:xfrm>
          <a:prstGeom prst="rect">
            <a:avLst/>
          </a:prstGeom>
          <a:noFill/>
        </p:spPr>
        <p:txBody>
          <a:bodyPr wrap="square" lIns="45720" tIns="27432" rIns="45720" bIns="27432" anchor="t"/>
          <a:lstStyle/>
          <a:p>
            <a:pPr algn="l">
              <a:lnSpc>
                <a:spcPct val="108000"/>
              </a:lnSpc>
              <a:spcAft>
                <a:spcPts val="300"/>
              </a:spcAft>
            </a:pPr>
            <a:r>
              <a:rPr sz="1300" b="1" i="0">
                <a:solidFill>
                  <a:srgbClr val="6E1A1D"/>
                </a:solidFill>
                <a:latin typeface="Arial"/>
              </a:rPr>
              <a:t>The protocol every method follows</a:t>
            </a:r>
          </a:p>
        </p:txBody>
      </p:sp>
      <p:sp>
        <p:nvSpPr>
          <p:cNvPr id="12" name="TextBox 11"/>
          <p:cNvSpPr txBox="1"/>
          <p:nvPr/>
        </p:nvSpPr>
        <p:spPr>
          <a:xfrm>
            <a:off x="6510528" y="1975104"/>
            <a:ext cx="5084064" cy="2706624"/>
          </a:xfrm>
          <a:prstGeom prst="rect">
            <a:avLst/>
          </a:prstGeom>
          <a:noFill/>
        </p:spPr>
        <p:txBody>
          <a:bodyPr wrap="square" lIns="45720" tIns="27432" rIns="45720" bIns="27432" anchor="t"/>
          <a:lstStyle/>
          <a:p>
            <a:pPr marL="155448" indent="-155448" algn="l">
              <a:lnSpc>
                <a:spcPct val="106000"/>
              </a:lnSpc>
              <a:spcAft>
                <a:spcPts val="200"/>
              </a:spcAft>
              <a:buChar char="•"/>
            </a:pPr>
            <a:r>
              <a:rPr sz="950" b="0" i="0">
                <a:solidFill>
                  <a:srgbClr val="222222"/>
                </a:solidFill>
                <a:latin typeface="Arial"/>
              </a:rPr>
              <a:t>Load the catalyst once (mass, BET area) — never a suggestion</a:t>
            </a:r>
          </a:p>
          <a:p>
            <a:pPr marL="155448" indent="-155448" algn="l">
              <a:lnSpc>
                <a:spcPct val="106000"/>
              </a:lnSpc>
              <a:spcAft>
                <a:spcPts val="200"/>
              </a:spcAft>
              <a:buChar char="•"/>
            </a:pPr>
            <a:r>
              <a:rPr sz="950" b="0" i="0">
                <a:solidFill>
                  <a:srgbClr val="222222"/>
                </a:solidFill>
                <a:latin typeface="Arial"/>
              </a:rPr>
              <a:t>Five screening runs an operator would do anyway (temperature ladder, pressure up, more B): identical for every method</a:t>
            </a:r>
          </a:p>
          <a:p>
            <a:pPr marL="155448" indent="-155448" algn="l">
              <a:lnSpc>
                <a:spcPct val="106000"/>
              </a:lnSpc>
              <a:spcAft>
                <a:spcPts val="200"/>
              </a:spcAft>
              <a:buChar char="•"/>
            </a:pPr>
            <a:r>
              <a:rPr sz="950" b="0" i="0">
                <a:solidFill>
                  <a:srgbClr val="222222"/>
                </a:solidFill>
                <a:latin typeface="Arial"/>
              </a:rPr>
              <a:t>From run 6 on, the method proposes the next run: within one step of the last, inside the safety ranges, GC flow minimum respected</a:t>
            </a:r>
          </a:p>
          <a:p>
            <a:pPr marL="155448" indent="-155448" algn="l">
              <a:lnSpc>
                <a:spcPct val="106000"/>
              </a:lnSpc>
              <a:spcAft>
                <a:spcPts val="200"/>
              </a:spcAft>
              <a:buChar char="•"/>
            </a:pPr>
            <a:r>
              <a:rPr sz="950" b="0" i="0">
                <a:solidFill>
                  <a:srgbClr val="222222"/>
                </a:solidFill>
                <a:latin typeface="Arial"/>
              </a:rPr>
              <a:t>25 runs per campaign (five weeks at one run a day); 10 campaigns per method from different starting points</a:t>
            </a:r>
          </a:p>
          <a:p>
            <a:pPr marL="155448" indent="-155448" algn="l">
              <a:lnSpc>
                <a:spcPct val="106000"/>
              </a:lnSpc>
              <a:spcAft>
                <a:spcPts val="200"/>
              </a:spcAft>
              <a:buChar char="•"/>
            </a:pPr>
            <a:r>
              <a:rPr sz="950" b="0" i="0">
                <a:solidFill>
                  <a:srgbClr val="222222"/>
                </a:solidFill>
                <a:latin typeface="Arial"/>
              </a:rPr>
              <a:t>Score: the true profit of the settings each method would recommend, as % of the best possible — known only because the reactor is simulated</a:t>
            </a:r>
          </a:p>
        </p:txBody>
      </p:sp>
      <p:cxnSp>
        <p:nvCxnSpPr>
          <p:cNvPr id="15" name="Connector 14"/>
          <p:cNvCxnSpPr/>
          <p:nvPr/>
        </p:nvCxnSpPr>
        <p:spPr>
          <a:xfrm>
            <a:off x="640080" y="6199632"/>
            <a:ext cx="5303520"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47898" y="6217920"/>
            <a:ext cx="548640" cy="228600"/>
          </a:xfrm>
          <a:prstGeom prst="rect">
            <a:avLst/>
          </a:prstGeom>
          <a:noFill/>
        </p:spPr>
        <p:txBody>
          <a:bodyPr wrap="square" lIns="45720" tIns="27432" rIns="45720" bIns="27432" anchor="t"/>
          <a:lstStyle/>
          <a:p>
            <a:pPr algn="ctr">
              <a:lnSpc>
                <a:spcPct val="108000"/>
              </a:lnSpc>
              <a:spcAft>
                <a:spcPts val="300"/>
              </a:spcAft>
            </a:pPr>
            <a:r>
              <a:rPr sz="800" b="0" i="0">
                <a:solidFill>
                  <a:srgbClr val="808080"/>
                </a:solidFill>
                <a:latin typeface="Arial"/>
              </a:rPr>
              <a:t>500 K</a:t>
            </a:r>
          </a:p>
        </p:txBody>
      </p:sp>
      <p:sp>
        <p:nvSpPr>
          <p:cNvPr id="17" name="TextBox 16"/>
          <p:cNvSpPr txBox="1"/>
          <p:nvPr/>
        </p:nvSpPr>
        <p:spPr>
          <a:xfrm>
            <a:off x="2053243" y="6217920"/>
            <a:ext cx="548640" cy="228600"/>
          </a:xfrm>
          <a:prstGeom prst="rect">
            <a:avLst/>
          </a:prstGeom>
          <a:noFill/>
        </p:spPr>
        <p:txBody>
          <a:bodyPr wrap="square" lIns="45720" tIns="27432" rIns="45720" bIns="27432" anchor="t"/>
          <a:lstStyle/>
          <a:p>
            <a:pPr algn="ctr">
              <a:lnSpc>
                <a:spcPct val="108000"/>
              </a:lnSpc>
              <a:spcAft>
                <a:spcPts val="300"/>
              </a:spcAft>
            </a:pPr>
            <a:r>
              <a:rPr sz="800" b="0" i="0">
                <a:solidFill>
                  <a:srgbClr val="808080"/>
                </a:solidFill>
                <a:latin typeface="Arial"/>
              </a:rPr>
              <a:t>550 K</a:t>
            </a:r>
          </a:p>
        </p:txBody>
      </p:sp>
      <p:sp>
        <p:nvSpPr>
          <p:cNvPr id="18" name="TextBox 17"/>
          <p:cNvSpPr txBox="1"/>
          <p:nvPr/>
        </p:nvSpPr>
        <p:spPr>
          <a:xfrm>
            <a:off x="3258589" y="6217920"/>
            <a:ext cx="548640" cy="228600"/>
          </a:xfrm>
          <a:prstGeom prst="rect">
            <a:avLst/>
          </a:prstGeom>
          <a:noFill/>
        </p:spPr>
        <p:txBody>
          <a:bodyPr wrap="square" lIns="45720" tIns="27432" rIns="45720" bIns="27432" anchor="t"/>
          <a:lstStyle/>
          <a:p>
            <a:pPr algn="ctr">
              <a:lnSpc>
                <a:spcPct val="108000"/>
              </a:lnSpc>
              <a:spcAft>
                <a:spcPts val="300"/>
              </a:spcAft>
            </a:pPr>
            <a:r>
              <a:rPr sz="800" b="0" i="0">
                <a:solidFill>
                  <a:srgbClr val="808080"/>
                </a:solidFill>
                <a:latin typeface="Arial"/>
              </a:rPr>
              <a:t>600 K</a:t>
            </a:r>
          </a:p>
        </p:txBody>
      </p:sp>
      <p:sp>
        <p:nvSpPr>
          <p:cNvPr id="19" name="TextBox 18"/>
          <p:cNvSpPr txBox="1"/>
          <p:nvPr/>
        </p:nvSpPr>
        <p:spPr>
          <a:xfrm>
            <a:off x="4463934" y="6217920"/>
            <a:ext cx="548640" cy="228600"/>
          </a:xfrm>
          <a:prstGeom prst="rect">
            <a:avLst/>
          </a:prstGeom>
          <a:noFill/>
        </p:spPr>
        <p:txBody>
          <a:bodyPr wrap="square" lIns="45720" tIns="27432" rIns="45720" bIns="27432" anchor="t"/>
          <a:lstStyle/>
          <a:p>
            <a:pPr algn="ctr">
              <a:lnSpc>
                <a:spcPct val="108000"/>
              </a:lnSpc>
              <a:spcAft>
                <a:spcPts val="300"/>
              </a:spcAft>
            </a:pPr>
            <a:r>
              <a:rPr sz="800" b="0" i="0">
                <a:solidFill>
                  <a:srgbClr val="808080"/>
                </a:solidFill>
                <a:latin typeface="Arial"/>
              </a:rPr>
              <a:t>650 K</a:t>
            </a:r>
          </a:p>
        </p:txBody>
      </p:sp>
      <p:sp>
        <p:nvSpPr>
          <p:cNvPr id="20" name="TextBox 19"/>
          <p:cNvSpPr txBox="1"/>
          <p:nvPr/>
        </p:nvSpPr>
        <p:spPr>
          <a:xfrm>
            <a:off x="5669280" y="6217920"/>
            <a:ext cx="548640" cy="228600"/>
          </a:xfrm>
          <a:prstGeom prst="rect">
            <a:avLst/>
          </a:prstGeom>
          <a:noFill/>
        </p:spPr>
        <p:txBody>
          <a:bodyPr wrap="square" lIns="45720" tIns="27432" rIns="45720" bIns="27432" anchor="t"/>
          <a:lstStyle/>
          <a:p>
            <a:pPr algn="ctr">
              <a:lnSpc>
                <a:spcPct val="108000"/>
              </a:lnSpc>
              <a:spcAft>
                <a:spcPts val="300"/>
              </a:spcAft>
            </a:pPr>
            <a:r>
              <a:rPr sz="800" b="0" i="0">
                <a:solidFill>
                  <a:srgbClr val="808080"/>
                </a:solidFill>
                <a:latin typeface="Arial"/>
              </a:rPr>
              <a:t>700 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713232"/>
            <a:ext cx="10241280" cy="658368"/>
          </a:xfrm>
        </p:spPr>
        <p:txBody>
          <a:bodyPr lIns="45720" anchor="ctr"/>
          <a:lstStyle/>
          <a:p>
            <a:pPr algn="l"/>
            <a:r>
              <a:rPr sz="2800" b="1" i="0">
                <a:solidFill>
                  <a:srgbClr val="8B2327"/>
                </a:solidFill>
                <a:latin typeface="Arial"/>
              </a:rPr>
              <a:t>How the advisor learns and decides</a:t>
            </a:r>
          </a:p>
        </p:txBody>
      </p:sp>
      <p:sp>
        <p:nvSpPr>
          <p:cNvPr id="3" name="TextBox 2"/>
          <p:cNvSpPr txBox="1"/>
          <p:nvPr/>
        </p:nvSpPr>
        <p:spPr>
          <a:xfrm>
            <a:off x="365760" y="457200"/>
            <a:ext cx="7315200" cy="274320"/>
          </a:xfrm>
          <a:prstGeom prst="rect">
            <a:avLst/>
          </a:prstGeom>
          <a:noFill/>
        </p:spPr>
        <p:txBody>
          <a:bodyPr wrap="square" lIns="45720" tIns="27432" rIns="45720" bIns="27432" anchor="t"/>
          <a:lstStyle/>
          <a:p>
            <a:pPr algn="l">
              <a:lnSpc>
                <a:spcPct val="108000"/>
              </a:lnSpc>
              <a:spcAft>
                <a:spcPts val="300"/>
              </a:spcAft>
            </a:pPr>
            <a:r>
              <a:rPr sz="1050" b="1" i="0">
                <a:solidFill>
                  <a:srgbClr val="8B2327"/>
                </a:solidFill>
                <a:latin typeface="Arial"/>
              </a:rPr>
              <a:t>METHODOLOGY II</a:t>
            </a:r>
          </a:p>
        </p:txBody>
      </p:sp>
      <p:cxnSp>
        <p:nvCxnSpPr>
          <p:cNvPr id="4" name="Connector 3"/>
          <p:cNvCxnSpPr/>
          <p:nvPr/>
        </p:nvCxnSpPr>
        <p:spPr>
          <a:xfrm>
            <a:off x="365760" y="6510528"/>
            <a:ext cx="11430000" cy="0"/>
          </a:xfrm>
          <a:prstGeom prst="line">
            <a:avLst/>
          </a:prstGeom>
          <a:ln w="9525">
            <a:solidFill>
              <a:srgbClr val="DDD5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5760" y="6528816"/>
            <a:ext cx="9144000" cy="274320"/>
          </a:xfrm>
          <a:prstGeom prst="rect">
            <a:avLst/>
          </a:prstGeom>
          <a:noFill/>
        </p:spPr>
        <p:txBody>
          <a:bodyPr wrap="square" lIns="45720" tIns="27432" rIns="45720" bIns="27432" anchor="t"/>
          <a:lstStyle/>
          <a:p>
            <a:pPr algn="l">
              <a:lnSpc>
                <a:spcPct val="108000"/>
              </a:lnSpc>
              <a:spcAft>
                <a:spcPts val="300"/>
              </a:spcAft>
            </a:pPr>
            <a:r>
              <a:rPr sz="850" b="0" i="0" dirty="0">
                <a:solidFill>
                  <a:srgbClr val="808080"/>
                </a:solidFill>
                <a:latin typeface="Arial"/>
              </a:rPr>
              <a:t>ACOD310 mid-term  ·  1</a:t>
            </a:r>
            <a:r>
              <a:rPr lang="en-IN" sz="850" b="0" i="0" dirty="0">
                <a:solidFill>
                  <a:srgbClr val="808080"/>
                </a:solidFill>
                <a:latin typeface="Arial"/>
              </a:rPr>
              <a:t>6</a:t>
            </a:r>
            <a:r>
              <a:rPr sz="850" b="0" i="0" dirty="0">
                <a:solidFill>
                  <a:srgbClr val="808080"/>
                </a:solidFill>
                <a:latin typeface="Arial"/>
              </a:rPr>
              <a:t> October 2026  ·  Sumant Varanasi &amp; Parva Chaudhary</a:t>
            </a:r>
          </a:p>
        </p:txBody>
      </p:sp>
      <p:sp>
        <p:nvSpPr>
          <p:cNvPr id="6" name="TextBox 5"/>
          <p:cNvSpPr txBox="1"/>
          <p:nvPr/>
        </p:nvSpPr>
        <p:spPr>
          <a:xfrm>
            <a:off x="10972800" y="6528816"/>
            <a:ext cx="822960" cy="274320"/>
          </a:xfrm>
          <a:prstGeom prst="rect">
            <a:avLst/>
          </a:prstGeom>
          <a:noFill/>
        </p:spPr>
        <p:txBody>
          <a:bodyPr wrap="square" lIns="45720" tIns="27432" rIns="45720" bIns="27432" anchor="t"/>
          <a:lstStyle/>
          <a:p>
            <a:pPr algn="r">
              <a:lnSpc>
                <a:spcPct val="108000"/>
              </a:lnSpc>
              <a:spcAft>
                <a:spcPts val="300"/>
              </a:spcAft>
            </a:pPr>
            <a:r>
              <a:rPr sz="850" b="0" i="0">
                <a:solidFill>
                  <a:srgbClr val="808080"/>
                </a:solidFill>
                <a:latin typeface="Arial"/>
              </a:rPr>
              <a:t>6 / 10</a:t>
            </a:r>
          </a:p>
        </p:txBody>
      </p:sp>
      <p:sp>
        <p:nvSpPr>
          <p:cNvPr id="7" name="Rounded Rectangle 6"/>
          <p:cNvSpPr/>
          <p:nvPr/>
        </p:nvSpPr>
        <p:spPr>
          <a:xfrm>
            <a:off x="365760" y="1536192"/>
            <a:ext cx="2157984" cy="2286000"/>
          </a:xfrm>
          <a:prstGeom prst="roundRect">
            <a:avLst>
              <a:gd name="adj" fmla="val 8000"/>
            </a:avLst>
          </a:prstGeom>
          <a:solidFill>
            <a:srgbClr val="F1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Oval 7"/>
          <p:cNvSpPr/>
          <p:nvPr/>
        </p:nvSpPr>
        <p:spPr>
          <a:xfrm>
            <a:off x="475488" y="1645919"/>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1</a:t>
            </a:r>
          </a:p>
        </p:txBody>
      </p:sp>
      <p:sp>
        <p:nvSpPr>
          <p:cNvPr id="9" name="TextBox 8"/>
          <p:cNvSpPr txBox="1"/>
          <p:nvPr/>
        </p:nvSpPr>
        <p:spPr>
          <a:xfrm>
            <a:off x="868680" y="1627632"/>
            <a:ext cx="1563624" cy="36576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Fit the chemistry</a:t>
            </a:r>
          </a:p>
        </p:txBody>
      </p:sp>
      <p:sp>
        <p:nvSpPr>
          <p:cNvPr id="10" name="TextBox 9"/>
          <p:cNvSpPr txBox="1"/>
          <p:nvPr/>
        </p:nvSpPr>
        <p:spPr>
          <a:xfrm>
            <a:off x="475488" y="2039112"/>
            <a:ext cx="1938528" cy="1463040"/>
          </a:xfrm>
          <a:prstGeom prst="rect">
            <a:avLst/>
          </a:prstGeom>
          <a:noFill/>
        </p:spPr>
        <p:txBody>
          <a:bodyPr wrap="square" lIns="45720" tIns="27432" rIns="45720" bIns="27432" anchor="t"/>
          <a:lstStyle/>
          <a:p>
            <a:pPr algn="l">
              <a:lnSpc>
                <a:spcPct val="105000"/>
              </a:lnSpc>
              <a:spcAft>
                <a:spcPts val="300"/>
              </a:spcAft>
            </a:pPr>
            <a:r>
              <a:rPr sz="950" b="0" i="0">
                <a:solidFill>
                  <a:srgbClr val="222222"/>
                </a:solidFill>
                <a:latin typeface="Arial"/>
              </a:rPr>
              <a:t>Find the reaction speeds that explain every GC number. Start simple; add “the product slows the reaction” or “the catalyst is ageing” only when the data clearly justify it (model ladder chosen by BIC).</a:t>
            </a:r>
          </a:p>
        </p:txBody>
      </p:sp>
      <p:sp>
        <p:nvSpPr>
          <p:cNvPr id="12" name="Right Arrow 11"/>
          <p:cNvSpPr/>
          <p:nvPr/>
        </p:nvSpPr>
        <p:spPr>
          <a:xfrm>
            <a:off x="2505456" y="2569463"/>
            <a:ext cx="182880" cy="219456"/>
          </a:xfrm>
          <a:prstGeom prst="rightArrow">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2660903" y="1536192"/>
            <a:ext cx="2157984" cy="228600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2770632" y="1645919"/>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2</a:t>
            </a:r>
          </a:p>
        </p:txBody>
      </p:sp>
      <p:sp>
        <p:nvSpPr>
          <p:cNvPr id="15" name="TextBox 14"/>
          <p:cNvSpPr txBox="1"/>
          <p:nvPr/>
        </p:nvSpPr>
        <p:spPr>
          <a:xfrm>
            <a:off x="3163824" y="1627632"/>
            <a:ext cx="1563624" cy="36576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Keep alternatives</a:t>
            </a:r>
          </a:p>
        </p:txBody>
      </p:sp>
      <p:sp>
        <p:nvSpPr>
          <p:cNvPr id="16" name="TextBox 15"/>
          <p:cNvSpPr txBox="1"/>
          <p:nvPr/>
        </p:nvSpPr>
        <p:spPr>
          <a:xfrm>
            <a:off x="2770632" y="2039112"/>
            <a:ext cx="1938528" cy="1463040"/>
          </a:xfrm>
          <a:prstGeom prst="rect">
            <a:avLst/>
          </a:prstGeom>
          <a:noFill/>
        </p:spPr>
        <p:txBody>
          <a:bodyPr wrap="square" lIns="45720" tIns="27432" rIns="45720" bIns="27432" anchor="t"/>
          <a:lstStyle/>
          <a:p>
            <a:pPr algn="l">
              <a:lnSpc>
                <a:spcPct val="105000"/>
              </a:lnSpc>
              <a:spcAft>
                <a:spcPts val="300"/>
              </a:spcAft>
            </a:pPr>
            <a:r>
              <a:rPr sz="950" b="0" i="0">
                <a:solidFill>
                  <a:srgbClr val="222222"/>
                </a:solidFill>
                <a:latin typeface="Arial"/>
              </a:rPr>
              <a:t>Several chemistries that fit about equally well, not one lucky fit (posterior draws).</a:t>
            </a:r>
          </a:p>
        </p:txBody>
      </p:sp>
      <p:sp>
        <p:nvSpPr>
          <p:cNvPr id="17" name="Right Arrow 16"/>
          <p:cNvSpPr/>
          <p:nvPr/>
        </p:nvSpPr>
        <p:spPr>
          <a:xfrm>
            <a:off x="4800600" y="2569463"/>
            <a:ext cx="182880" cy="219456"/>
          </a:xfrm>
          <a:prstGeom prst="rightArrow">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956048" y="1536192"/>
            <a:ext cx="2157984" cy="228600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5065776" y="1645919"/>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3</a:t>
            </a:r>
          </a:p>
        </p:txBody>
      </p:sp>
      <p:sp>
        <p:nvSpPr>
          <p:cNvPr id="20" name="TextBox 19"/>
          <p:cNvSpPr txBox="1"/>
          <p:nvPr/>
        </p:nvSpPr>
        <p:spPr>
          <a:xfrm>
            <a:off x="5458968" y="1627632"/>
            <a:ext cx="1563624" cy="36576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Plan</a:t>
            </a:r>
          </a:p>
        </p:txBody>
      </p:sp>
      <p:sp>
        <p:nvSpPr>
          <p:cNvPr id="21" name="TextBox 20"/>
          <p:cNvSpPr txBox="1"/>
          <p:nvPr/>
        </p:nvSpPr>
        <p:spPr>
          <a:xfrm>
            <a:off x="5065776" y="2039112"/>
            <a:ext cx="1938528" cy="1463040"/>
          </a:xfrm>
          <a:prstGeom prst="rect">
            <a:avLst/>
          </a:prstGeom>
          <a:noFill/>
        </p:spPr>
        <p:txBody>
          <a:bodyPr wrap="square" lIns="45720" tIns="27432" rIns="45720" bIns="27432" anchor="t"/>
          <a:lstStyle/>
          <a:p>
            <a:pPr algn="l">
              <a:lnSpc>
                <a:spcPct val="105000"/>
              </a:lnSpc>
              <a:spcAft>
                <a:spcPts val="300"/>
              </a:spcAft>
            </a:pPr>
            <a:r>
              <a:rPr sz="950" b="0" i="0">
                <a:solidFill>
                  <a:srgbClr val="222222"/>
                </a:solidFill>
                <a:latin typeface="Arial"/>
              </a:rPr>
              <a:t>Predict profit everywhere in the operating box; find the best spot and how many allowed steps away it is.</a:t>
            </a:r>
          </a:p>
        </p:txBody>
      </p:sp>
      <p:sp>
        <p:nvSpPr>
          <p:cNvPr id="22" name="Right Arrow 21"/>
          <p:cNvSpPr/>
          <p:nvPr/>
        </p:nvSpPr>
        <p:spPr>
          <a:xfrm>
            <a:off x="7095744" y="2569463"/>
            <a:ext cx="182880" cy="219456"/>
          </a:xfrm>
          <a:prstGeom prst="rightArrow">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251192" y="1536192"/>
            <a:ext cx="2157984" cy="228600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7360919" y="1645919"/>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4</a:t>
            </a:r>
          </a:p>
        </p:txBody>
      </p:sp>
      <p:sp>
        <p:nvSpPr>
          <p:cNvPr id="25" name="TextBox 24"/>
          <p:cNvSpPr txBox="1"/>
          <p:nvPr/>
        </p:nvSpPr>
        <p:spPr>
          <a:xfrm>
            <a:off x="7754112" y="1627632"/>
            <a:ext cx="1563624" cy="36576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Correct</a:t>
            </a:r>
          </a:p>
        </p:txBody>
      </p:sp>
      <p:sp>
        <p:nvSpPr>
          <p:cNvPr id="26" name="TextBox 25"/>
          <p:cNvSpPr txBox="1"/>
          <p:nvPr/>
        </p:nvSpPr>
        <p:spPr>
          <a:xfrm>
            <a:off x="7360919" y="2039112"/>
            <a:ext cx="1938528" cy="1463040"/>
          </a:xfrm>
          <a:prstGeom prst="rect">
            <a:avLst/>
          </a:prstGeom>
          <a:noFill/>
        </p:spPr>
        <p:txBody>
          <a:bodyPr wrap="square" lIns="45720" tIns="27432" rIns="45720" bIns="27432" anchor="t"/>
          <a:lstStyle/>
          <a:p>
            <a:pPr algn="l">
              <a:lnSpc>
                <a:spcPct val="105000"/>
              </a:lnSpc>
              <a:spcAft>
                <a:spcPts val="300"/>
              </a:spcAft>
            </a:pPr>
            <a:r>
              <a:rPr sz="950" b="0" i="0">
                <a:solidFill>
                  <a:srgbClr val="222222"/>
                </a:solidFill>
                <a:latin typeface="Arial"/>
              </a:rPr>
              <a:t>A flexible statistical model (Gaussian process) learns whatever the textbook still gets wrong, and is told how noisy the GC is, so it never chases noise.</a:t>
            </a:r>
          </a:p>
        </p:txBody>
      </p:sp>
      <p:sp>
        <p:nvSpPr>
          <p:cNvPr id="27" name="Right Arrow 26"/>
          <p:cNvSpPr/>
          <p:nvPr/>
        </p:nvSpPr>
        <p:spPr>
          <a:xfrm>
            <a:off x="9390888" y="2569463"/>
            <a:ext cx="182880" cy="219456"/>
          </a:xfrm>
          <a:prstGeom prst="rightArrow">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546336" y="1536192"/>
            <a:ext cx="2157984" cy="2286000"/>
          </a:xfrm>
          <a:prstGeom prst="roundRect">
            <a:avLst>
              <a:gd name="adj" fmla="val 8000"/>
            </a:avLst>
          </a:prstGeom>
          <a:solidFill>
            <a:srgbClr val="F1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9656063" y="1645919"/>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5</a:t>
            </a:r>
          </a:p>
        </p:txBody>
      </p:sp>
      <p:sp>
        <p:nvSpPr>
          <p:cNvPr id="30" name="TextBox 29"/>
          <p:cNvSpPr txBox="1"/>
          <p:nvPr/>
        </p:nvSpPr>
        <p:spPr>
          <a:xfrm>
            <a:off x="10049256" y="1627632"/>
            <a:ext cx="1563624" cy="36576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Decide</a:t>
            </a:r>
          </a:p>
        </p:txBody>
      </p:sp>
      <p:sp>
        <p:nvSpPr>
          <p:cNvPr id="31" name="TextBox 30"/>
          <p:cNvSpPr txBox="1"/>
          <p:nvPr/>
        </p:nvSpPr>
        <p:spPr>
          <a:xfrm>
            <a:off x="9656063" y="2039112"/>
            <a:ext cx="1938528" cy="1463040"/>
          </a:xfrm>
          <a:prstGeom prst="rect">
            <a:avLst/>
          </a:prstGeom>
          <a:noFill/>
        </p:spPr>
        <p:txBody>
          <a:bodyPr wrap="square" lIns="45720" tIns="27432" rIns="45720" bIns="27432" anchor="t"/>
          <a:lstStyle/>
          <a:p>
            <a:pPr algn="l">
              <a:lnSpc>
                <a:spcPct val="105000"/>
              </a:lnSpc>
              <a:spcAft>
                <a:spcPts val="300"/>
              </a:spcAft>
            </a:pPr>
            <a:r>
              <a:rPr sz="950" b="0" i="0">
                <a:solidFill>
                  <a:srgbClr val="222222"/>
                </a:solidFill>
                <a:latin typeface="Arial"/>
              </a:rPr>
              <a:t>Look up to four runs ahead; score each allowed path by the profit earned on the way plus what the best point found is worth for the runs left; respect the product spec (receding-horizon planner).</a:t>
            </a:r>
          </a:p>
        </p:txBody>
      </p:sp>
      <p:sp>
        <p:nvSpPr>
          <p:cNvPr id="33" name="Rounded Rectangle 32"/>
          <p:cNvSpPr/>
          <p:nvPr/>
        </p:nvSpPr>
        <p:spPr>
          <a:xfrm>
            <a:off x="365760" y="3977639"/>
            <a:ext cx="6766560" cy="242316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502920" y="4023360"/>
            <a:ext cx="6492240" cy="320040"/>
          </a:xfrm>
          <a:prstGeom prst="rect">
            <a:avLst/>
          </a:prstGeom>
          <a:noFill/>
        </p:spPr>
        <p:txBody>
          <a:bodyPr wrap="square" lIns="45720" tIns="27432" rIns="45720" bIns="27432" anchor="t"/>
          <a:lstStyle/>
          <a:p>
            <a:pPr algn="l">
              <a:lnSpc>
                <a:spcPct val="108000"/>
              </a:lnSpc>
              <a:spcAft>
                <a:spcPts val="300"/>
              </a:spcAft>
            </a:pPr>
            <a:r>
              <a:rPr sz="1200" b="1" i="0">
                <a:solidFill>
                  <a:srgbClr val="6E1A1D"/>
                </a:solidFill>
                <a:latin typeface="Arial"/>
              </a:rPr>
              <a:t>What we tell it, and what it works out for itself</a:t>
            </a:r>
          </a:p>
        </p:txBody>
      </p:sp>
      <p:sp>
        <p:nvSpPr>
          <p:cNvPr id="35" name="TextBox 34"/>
          <p:cNvSpPr txBox="1"/>
          <p:nvPr/>
        </p:nvSpPr>
        <p:spPr>
          <a:xfrm>
            <a:off x="502920" y="4370832"/>
            <a:ext cx="3200400" cy="2011680"/>
          </a:xfrm>
          <a:prstGeom prst="rect">
            <a:avLst/>
          </a:prstGeom>
          <a:noFill/>
        </p:spPr>
        <p:txBody>
          <a:bodyPr wrap="square" lIns="45720" tIns="27432" rIns="45720" bIns="27432" anchor="t"/>
          <a:lstStyle/>
          <a:p>
            <a:pPr algn="l">
              <a:lnSpc>
                <a:spcPct val="108000"/>
              </a:lnSpc>
              <a:spcAft>
                <a:spcPts val="100"/>
              </a:spcAft>
            </a:pPr>
            <a:r>
              <a:rPr sz="1050" b="1" i="0">
                <a:solidFill>
                  <a:srgbClr val="222222"/>
                </a:solidFill>
                <a:latin typeface="Arial"/>
              </a:rPr>
              <a:t>We tell it</a:t>
            </a:r>
          </a:p>
          <a:p>
            <a:pPr algn="l">
              <a:lnSpc>
                <a:spcPct val="108000"/>
              </a:lnSpc>
              <a:spcAft>
                <a:spcPts val="100"/>
              </a:spcAft>
            </a:pPr>
            <a:r>
              <a:rPr sz="1050" b="0" i="0">
                <a:solidFill>
                  <a:srgbClr val="222222"/>
                </a:solidFill>
                <a:latin typeface="Arial"/>
              </a:rPr>
              <a:t>Which reactions happen, and their stoichiometry</a:t>
            </a:r>
          </a:p>
          <a:p>
            <a:pPr algn="l">
              <a:lnSpc>
                <a:spcPct val="108000"/>
              </a:lnSpc>
              <a:spcAft>
                <a:spcPts val="100"/>
              </a:spcAft>
            </a:pPr>
            <a:r>
              <a:rPr sz="1050" b="0" i="0">
                <a:solidFill>
                  <a:srgbClr val="222222"/>
                </a:solidFill>
                <a:latin typeface="Arial"/>
              </a:rPr>
              <a:t>The reactor's mole balances</a:t>
            </a:r>
          </a:p>
          <a:p>
            <a:pPr algn="l">
              <a:lnSpc>
                <a:spcPct val="108000"/>
              </a:lnSpc>
              <a:spcAft>
                <a:spcPts val="100"/>
              </a:spcAft>
            </a:pPr>
            <a:r>
              <a:rPr sz="1050" b="0" i="0">
                <a:solidFill>
                  <a:srgbClr val="222222"/>
                </a:solidFill>
                <a:latin typeface="Arial"/>
              </a:rPr>
              <a:t>The Arrhenius form, ideal gas, inert dilution</a:t>
            </a:r>
          </a:p>
          <a:p>
            <a:pPr algn="l">
              <a:lnSpc>
                <a:spcPct val="108000"/>
              </a:lnSpc>
              <a:spcAft>
                <a:spcPts val="100"/>
              </a:spcAft>
            </a:pPr>
            <a:r>
              <a:rPr sz="1050" b="0" i="0">
                <a:solidFill>
                  <a:srgbClr val="222222"/>
                </a:solidFill>
                <a:latin typeface="Arial"/>
              </a:rPr>
              <a:t>Equilibrium from thermodynamics</a:t>
            </a:r>
          </a:p>
          <a:p>
            <a:pPr algn="l">
              <a:lnSpc>
                <a:spcPct val="108000"/>
              </a:lnSpc>
              <a:spcAft>
                <a:spcPts val="100"/>
              </a:spcAft>
            </a:pPr>
            <a:r>
              <a:rPr sz="1050" b="0" i="0">
                <a:solidFill>
                  <a:srgbClr val="222222"/>
                </a:solidFill>
                <a:latin typeface="Arial"/>
              </a:rPr>
              <a:t>Prices and costs</a:t>
            </a:r>
          </a:p>
        </p:txBody>
      </p:sp>
      <p:sp>
        <p:nvSpPr>
          <p:cNvPr id="36" name="TextBox 35"/>
          <p:cNvSpPr txBox="1"/>
          <p:nvPr/>
        </p:nvSpPr>
        <p:spPr>
          <a:xfrm>
            <a:off x="3749039" y="4370832"/>
            <a:ext cx="3291840" cy="2011680"/>
          </a:xfrm>
          <a:prstGeom prst="rect">
            <a:avLst/>
          </a:prstGeom>
          <a:noFill/>
        </p:spPr>
        <p:txBody>
          <a:bodyPr wrap="square" lIns="45720" tIns="27432" rIns="45720" bIns="27432" anchor="t"/>
          <a:lstStyle/>
          <a:p>
            <a:pPr algn="l">
              <a:lnSpc>
                <a:spcPct val="108000"/>
              </a:lnSpc>
              <a:spcAft>
                <a:spcPts val="100"/>
              </a:spcAft>
            </a:pPr>
            <a:r>
              <a:rPr sz="1050" b="1" i="0">
                <a:solidFill>
                  <a:srgbClr val="222222"/>
                </a:solidFill>
                <a:latin typeface="Arial"/>
              </a:rPr>
              <a:t>It works out from your runs</a:t>
            </a:r>
          </a:p>
          <a:p>
            <a:pPr algn="l">
              <a:lnSpc>
                <a:spcPct val="108000"/>
              </a:lnSpc>
              <a:spcAft>
                <a:spcPts val="100"/>
              </a:spcAft>
            </a:pPr>
            <a:r>
              <a:rPr sz="1050" b="0" i="0">
                <a:solidFill>
                  <a:srgbClr val="222222"/>
                </a:solidFill>
                <a:latin typeface="Arial"/>
              </a:rPr>
              <a:t>Every reaction speed and how it rises with heat (activation energy)</a:t>
            </a:r>
          </a:p>
          <a:p>
            <a:pPr algn="l">
              <a:lnSpc>
                <a:spcPct val="108000"/>
              </a:lnSpc>
              <a:spcAft>
                <a:spcPts val="100"/>
              </a:spcAft>
            </a:pPr>
            <a:r>
              <a:rPr sz="1050" b="0" i="0">
                <a:solidFill>
                  <a:srgbClr val="222222"/>
                </a:solidFill>
                <a:latin typeface="Arial"/>
              </a:rPr>
              <a:t>Product inhibition, when the data show it</a:t>
            </a:r>
          </a:p>
          <a:p>
            <a:pPr algn="l">
              <a:lnSpc>
                <a:spcPct val="108000"/>
              </a:lnSpc>
              <a:spcAft>
                <a:spcPts val="100"/>
              </a:spcAft>
            </a:pPr>
            <a:r>
              <a:rPr sz="1050" b="0" i="0">
                <a:solidFill>
                  <a:srgbClr val="222222"/>
                </a:solidFill>
                <a:latin typeface="Arial"/>
              </a:rPr>
              <a:t>Catalyst ageing, from repeated check runs</a:t>
            </a:r>
          </a:p>
          <a:p>
            <a:pPr algn="l">
              <a:lnSpc>
                <a:spcPct val="108000"/>
              </a:lnSpc>
              <a:spcAft>
                <a:spcPts val="100"/>
              </a:spcAft>
            </a:pPr>
            <a:r>
              <a:rPr sz="1050" b="0" i="0">
                <a:solidFill>
                  <a:srgbClr val="222222"/>
                </a:solidFill>
                <a:latin typeface="Arial"/>
              </a:rPr>
              <a:t>A statistical correction for whatever is still missing</a:t>
            </a:r>
          </a:p>
        </p:txBody>
      </p:sp>
      <p:sp>
        <p:nvSpPr>
          <p:cNvPr id="37" name="Rounded Rectangle 36"/>
          <p:cNvSpPr/>
          <p:nvPr/>
        </p:nvSpPr>
        <p:spPr>
          <a:xfrm>
            <a:off x="7269480" y="3977639"/>
            <a:ext cx="4434840" cy="242316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7406640" y="4023360"/>
            <a:ext cx="4206240" cy="320040"/>
          </a:xfrm>
          <a:prstGeom prst="rect">
            <a:avLst/>
          </a:prstGeom>
          <a:noFill/>
        </p:spPr>
        <p:txBody>
          <a:bodyPr wrap="square" lIns="45720" tIns="27432" rIns="45720" bIns="27432" anchor="t"/>
          <a:lstStyle/>
          <a:p>
            <a:pPr algn="l">
              <a:lnSpc>
                <a:spcPct val="108000"/>
              </a:lnSpc>
              <a:spcAft>
                <a:spcPts val="300"/>
              </a:spcAft>
            </a:pPr>
            <a:r>
              <a:rPr sz="1200" b="1" i="0">
                <a:solidFill>
                  <a:srgbClr val="6E1A1D"/>
                </a:solidFill>
                <a:latin typeface="Arial"/>
              </a:rPr>
              <a:t>Compared against, under the same step limits</a:t>
            </a:r>
          </a:p>
        </p:txBody>
      </p:sp>
      <p:sp>
        <p:nvSpPr>
          <p:cNvPr id="39" name="TextBox 38"/>
          <p:cNvSpPr txBox="1"/>
          <p:nvPr/>
        </p:nvSpPr>
        <p:spPr>
          <a:xfrm>
            <a:off x="7406640" y="4370832"/>
            <a:ext cx="4206240" cy="2011680"/>
          </a:xfrm>
          <a:prstGeom prst="rect">
            <a:avLst/>
          </a:prstGeom>
          <a:noFill/>
        </p:spPr>
        <p:txBody>
          <a:bodyPr wrap="square" lIns="45720" tIns="27432" rIns="45720" bIns="27432" anchor="t"/>
          <a:lstStyle/>
          <a:p>
            <a:pPr marL="155448" indent="-155448" algn="l">
              <a:lnSpc>
                <a:spcPct val="105000"/>
              </a:lnSpc>
              <a:spcAft>
                <a:spcPts val="300"/>
              </a:spcAft>
              <a:buChar char="•"/>
            </a:pPr>
            <a:r>
              <a:rPr sz="1000" b="1" i="0">
                <a:solidFill>
                  <a:srgbClr val="222222"/>
                </a:solidFill>
                <a:latin typeface="Arial"/>
              </a:rPr>
              <a:t>Rules of thumb: </a:t>
            </a:r>
            <a:r>
              <a:rPr sz="1000" b="0" i="0">
                <a:solidFill>
                  <a:srgbClr val="222222"/>
                </a:solidFill>
                <a:latin typeface="Arial"/>
              </a:rPr>
              <a:t>our scripted encoding of the standard heuristics (poor selectivity → cooler, more pressure; poor conversion → hotter …; repeat what worked)</a:t>
            </a:r>
          </a:p>
          <a:p>
            <a:pPr marL="155448" indent="-155448" algn="l">
              <a:lnSpc>
                <a:spcPct val="105000"/>
              </a:lnSpc>
              <a:spcAft>
                <a:spcPts val="300"/>
              </a:spcAft>
              <a:buChar char="•"/>
            </a:pPr>
            <a:r>
              <a:rPr sz="1000" b="1" i="0">
                <a:solidFill>
                  <a:srgbClr val="222222"/>
                </a:solidFill>
                <a:latin typeface="Arial"/>
              </a:rPr>
              <a:t>Plain Bayesian optimisation: </a:t>
            </a:r>
            <a:r>
              <a:rPr sz="1000" b="0" i="0">
                <a:solidFill>
                  <a:srgbClr val="222222"/>
                </a:solidFill>
                <a:latin typeface="Arial"/>
              </a:rPr>
              <a:t>our own v2 package (fitted GP + Expected Improvement) on the profit number only</a:t>
            </a:r>
          </a:p>
          <a:p>
            <a:pPr marL="155448" indent="-155448" algn="l">
              <a:lnSpc>
                <a:spcPct val="105000"/>
              </a:lnSpc>
              <a:spcAft>
                <a:spcPts val="300"/>
              </a:spcAft>
              <a:buChar char="•"/>
            </a:pPr>
            <a:r>
              <a:rPr sz="1000" b="1" i="0">
                <a:solidFill>
                  <a:srgbClr val="222222"/>
                </a:solidFill>
                <a:latin typeface="Arial"/>
              </a:rPr>
              <a:t>Random walk: </a:t>
            </a:r>
            <a:r>
              <a:rPr sz="1000" b="0" i="0">
                <a:solidFill>
                  <a:srgbClr val="222222"/>
                </a:solidFill>
                <a:latin typeface="Arial"/>
              </a:rPr>
              <a:t>a random allowed step each run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713232"/>
            <a:ext cx="10241280" cy="658368"/>
          </a:xfrm>
        </p:spPr>
        <p:txBody>
          <a:bodyPr lIns="45720" anchor="ctr"/>
          <a:lstStyle/>
          <a:p>
            <a:pPr algn="l"/>
            <a:r>
              <a:rPr sz="2800" b="1" i="0">
                <a:solidFill>
                  <a:srgbClr val="8B2327"/>
                </a:solidFill>
                <a:latin typeface="Arial"/>
              </a:rPr>
              <a:t>Advisor vs the rules of thumb vs black-box optimisation</a:t>
            </a:r>
          </a:p>
        </p:txBody>
      </p:sp>
      <p:sp>
        <p:nvSpPr>
          <p:cNvPr id="3" name="TextBox 2"/>
          <p:cNvSpPr txBox="1"/>
          <p:nvPr/>
        </p:nvSpPr>
        <p:spPr>
          <a:xfrm>
            <a:off x="365760" y="457200"/>
            <a:ext cx="7315200" cy="274320"/>
          </a:xfrm>
          <a:prstGeom prst="rect">
            <a:avLst/>
          </a:prstGeom>
          <a:noFill/>
        </p:spPr>
        <p:txBody>
          <a:bodyPr wrap="square" lIns="45720" tIns="27432" rIns="45720" bIns="27432" anchor="t"/>
          <a:lstStyle/>
          <a:p>
            <a:pPr algn="l">
              <a:lnSpc>
                <a:spcPct val="108000"/>
              </a:lnSpc>
              <a:spcAft>
                <a:spcPts val="300"/>
              </a:spcAft>
            </a:pPr>
            <a:r>
              <a:rPr sz="1050" b="1" i="0">
                <a:solidFill>
                  <a:srgbClr val="8B2327"/>
                </a:solidFill>
                <a:latin typeface="Arial"/>
              </a:rPr>
              <a:t>RESULTS I</a:t>
            </a:r>
          </a:p>
        </p:txBody>
      </p:sp>
      <p:cxnSp>
        <p:nvCxnSpPr>
          <p:cNvPr id="4" name="Connector 3"/>
          <p:cNvCxnSpPr/>
          <p:nvPr/>
        </p:nvCxnSpPr>
        <p:spPr>
          <a:xfrm>
            <a:off x="365760" y="6510528"/>
            <a:ext cx="11430000" cy="0"/>
          </a:xfrm>
          <a:prstGeom prst="line">
            <a:avLst/>
          </a:prstGeom>
          <a:ln w="9525">
            <a:solidFill>
              <a:srgbClr val="DDD5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5760" y="6528816"/>
            <a:ext cx="9144000" cy="274320"/>
          </a:xfrm>
          <a:prstGeom prst="rect">
            <a:avLst/>
          </a:prstGeom>
          <a:noFill/>
        </p:spPr>
        <p:txBody>
          <a:bodyPr wrap="square" lIns="45720" tIns="27432" rIns="45720" bIns="27432" anchor="t"/>
          <a:lstStyle/>
          <a:p>
            <a:pPr algn="l">
              <a:lnSpc>
                <a:spcPct val="108000"/>
              </a:lnSpc>
              <a:spcAft>
                <a:spcPts val="300"/>
              </a:spcAft>
            </a:pPr>
            <a:r>
              <a:rPr sz="850" b="0" i="0" dirty="0">
                <a:solidFill>
                  <a:srgbClr val="808080"/>
                </a:solidFill>
                <a:latin typeface="Arial"/>
              </a:rPr>
              <a:t>ACOD310 mid-term  ·  1</a:t>
            </a:r>
            <a:r>
              <a:rPr lang="en-IN" sz="850" b="0" i="0" dirty="0">
                <a:solidFill>
                  <a:srgbClr val="808080"/>
                </a:solidFill>
                <a:latin typeface="Arial"/>
              </a:rPr>
              <a:t>6</a:t>
            </a:r>
            <a:r>
              <a:rPr sz="850" b="0" i="0" dirty="0">
                <a:solidFill>
                  <a:srgbClr val="808080"/>
                </a:solidFill>
                <a:latin typeface="Arial"/>
              </a:rPr>
              <a:t> October 2026  ·  Sumant Varanasi &amp; Parva Chaudhary</a:t>
            </a:r>
          </a:p>
        </p:txBody>
      </p:sp>
      <p:sp>
        <p:nvSpPr>
          <p:cNvPr id="6" name="TextBox 5"/>
          <p:cNvSpPr txBox="1"/>
          <p:nvPr/>
        </p:nvSpPr>
        <p:spPr>
          <a:xfrm>
            <a:off x="10972800" y="6528816"/>
            <a:ext cx="822960" cy="274320"/>
          </a:xfrm>
          <a:prstGeom prst="rect">
            <a:avLst/>
          </a:prstGeom>
          <a:noFill/>
        </p:spPr>
        <p:txBody>
          <a:bodyPr wrap="square" lIns="45720" tIns="27432" rIns="45720" bIns="27432" anchor="t"/>
          <a:lstStyle/>
          <a:p>
            <a:pPr algn="r">
              <a:lnSpc>
                <a:spcPct val="108000"/>
              </a:lnSpc>
              <a:spcAft>
                <a:spcPts val="300"/>
              </a:spcAft>
            </a:pPr>
            <a:r>
              <a:rPr sz="850" b="0" i="0">
                <a:solidFill>
                  <a:srgbClr val="808080"/>
                </a:solidFill>
                <a:latin typeface="Arial"/>
              </a:rPr>
              <a:t>7 / 10</a:t>
            </a:r>
          </a:p>
        </p:txBody>
      </p:sp>
      <p:pic>
        <p:nvPicPr>
          <p:cNvPr id="7" name="Picture 6" descr="smart_2_progress.png"/>
          <p:cNvPicPr>
            <a:picLocks noChangeAspect="1"/>
          </p:cNvPicPr>
          <p:nvPr/>
        </p:nvPicPr>
        <p:blipFill>
          <a:blip r:embed="rId3"/>
          <a:stretch>
            <a:fillRect/>
          </a:stretch>
        </p:blipFill>
        <p:spPr>
          <a:xfrm>
            <a:off x="274320" y="1463040"/>
            <a:ext cx="7871791" cy="3017520"/>
          </a:xfrm>
          <a:prstGeom prst="rect">
            <a:avLst/>
          </a:prstGeom>
        </p:spPr>
      </p:pic>
      <p:sp>
        <p:nvSpPr>
          <p:cNvPr id="8" name="Rectangle 7"/>
          <p:cNvSpPr/>
          <p:nvPr/>
        </p:nvSpPr>
        <p:spPr>
          <a:xfrm>
            <a:off x="411480" y="4608576"/>
            <a:ext cx="237744" cy="128016"/>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67512" y="4535424"/>
            <a:ext cx="3108960" cy="274320"/>
          </a:xfrm>
          <a:prstGeom prst="rect">
            <a:avLst/>
          </a:prstGeom>
          <a:noFill/>
        </p:spPr>
        <p:txBody>
          <a:bodyPr wrap="square" lIns="45720" tIns="27432" rIns="45720" bIns="27432" anchor="t"/>
          <a:lstStyle/>
          <a:p>
            <a:pPr algn="l">
              <a:lnSpc>
                <a:spcPct val="108000"/>
              </a:lnSpc>
              <a:spcAft>
                <a:spcPts val="300"/>
              </a:spcAft>
            </a:pPr>
            <a:r>
              <a:rPr sz="850" b="1" i="0">
                <a:solidFill>
                  <a:srgbClr val="555555"/>
                </a:solidFill>
                <a:latin typeface="Arial"/>
              </a:rPr>
              <a:t>smart advisor</a:t>
            </a:r>
          </a:p>
        </p:txBody>
      </p:sp>
      <p:sp>
        <p:nvSpPr>
          <p:cNvPr id="10" name="Rectangle 9"/>
          <p:cNvSpPr/>
          <p:nvPr/>
        </p:nvSpPr>
        <p:spPr>
          <a:xfrm>
            <a:off x="1629460" y="4608576"/>
            <a:ext cx="237744" cy="128016"/>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885492" y="4535424"/>
            <a:ext cx="3108960" cy="274320"/>
          </a:xfrm>
          <a:prstGeom prst="rect">
            <a:avLst/>
          </a:prstGeom>
          <a:noFill/>
        </p:spPr>
        <p:txBody>
          <a:bodyPr wrap="square" lIns="45720" tIns="27432" rIns="45720" bIns="27432" anchor="t"/>
          <a:lstStyle/>
          <a:p>
            <a:pPr algn="l">
              <a:lnSpc>
                <a:spcPct val="108000"/>
              </a:lnSpc>
              <a:spcAft>
                <a:spcPts val="300"/>
              </a:spcAft>
            </a:pPr>
            <a:r>
              <a:rPr sz="850" b="1" i="0">
                <a:solidFill>
                  <a:srgbClr val="555555"/>
                </a:solidFill>
                <a:latin typeface="Arial"/>
              </a:rPr>
              <a:t>rules of thumb</a:t>
            </a:r>
          </a:p>
        </p:txBody>
      </p:sp>
      <p:sp>
        <p:nvSpPr>
          <p:cNvPr id="12" name="Rectangle 11"/>
          <p:cNvSpPr/>
          <p:nvPr/>
        </p:nvSpPr>
        <p:spPr>
          <a:xfrm>
            <a:off x="2905963" y="4608576"/>
            <a:ext cx="237744"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161995" y="4535424"/>
            <a:ext cx="3108960" cy="274320"/>
          </a:xfrm>
          <a:prstGeom prst="rect">
            <a:avLst/>
          </a:prstGeom>
          <a:noFill/>
        </p:spPr>
        <p:txBody>
          <a:bodyPr wrap="square" lIns="45720" tIns="27432" rIns="45720" bIns="27432" anchor="t"/>
          <a:lstStyle/>
          <a:p>
            <a:pPr algn="l">
              <a:lnSpc>
                <a:spcPct val="108000"/>
              </a:lnSpc>
              <a:spcAft>
                <a:spcPts val="300"/>
              </a:spcAft>
            </a:pPr>
            <a:r>
              <a:rPr sz="850" b="1" i="0">
                <a:solidFill>
                  <a:srgbClr val="555555"/>
                </a:solidFill>
                <a:latin typeface="Arial"/>
              </a:rPr>
              <a:t>plain Bayesian optimisation</a:t>
            </a:r>
          </a:p>
        </p:txBody>
      </p:sp>
      <p:sp>
        <p:nvSpPr>
          <p:cNvPr id="14" name="Rectangle 13"/>
          <p:cNvSpPr/>
          <p:nvPr/>
        </p:nvSpPr>
        <p:spPr>
          <a:xfrm>
            <a:off x="4943246" y="4608576"/>
            <a:ext cx="237744" cy="128016"/>
          </a:xfrm>
          <a:prstGeom prst="rect">
            <a:avLst/>
          </a:prstGeom>
          <a:solidFill>
            <a:srgbClr val="E87B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199278" y="4535424"/>
            <a:ext cx="3108960" cy="274320"/>
          </a:xfrm>
          <a:prstGeom prst="rect">
            <a:avLst/>
          </a:prstGeom>
          <a:noFill/>
        </p:spPr>
        <p:txBody>
          <a:bodyPr wrap="square" lIns="45720" tIns="27432" rIns="45720" bIns="27432" anchor="t"/>
          <a:lstStyle/>
          <a:p>
            <a:pPr algn="l">
              <a:lnSpc>
                <a:spcPct val="108000"/>
              </a:lnSpc>
              <a:spcAft>
                <a:spcPts val="300"/>
              </a:spcAft>
            </a:pPr>
            <a:r>
              <a:rPr sz="850" b="1" i="0">
                <a:solidFill>
                  <a:srgbClr val="555555"/>
                </a:solidFill>
                <a:latin typeface="Arial"/>
              </a:rPr>
              <a:t>advisor with one reaction missing from its model</a:t>
            </a:r>
          </a:p>
        </p:txBody>
      </p:sp>
      <p:graphicFrame>
        <p:nvGraphicFramePr>
          <p:cNvPr id="16" name="Table 15"/>
          <p:cNvGraphicFramePr>
            <a:graphicFrameLocks noGrp="1"/>
          </p:cNvGraphicFramePr>
          <p:nvPr/>
        </p:nvGraphicFramePr>
        <p:xfrm>
          <a:off x="365760" y="4892040"/>
          <a:ext cx="8046720" cy="1289304"/>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246888">
                <a:tc>
                  <a:txBody>
                    <a:bodyPr/>
                    <a:lstStyle/>
                    <a:p>
                      <a:endParaRPr/>
                    </a:p>
                  </a:txBody>
                  <a:tcPr marL="54864" marR="54864" marT="13716" marB="13716">
                    <a:solidFill>
                      <a:srgbClr val="F1E3E3"/>
                    </a:solidFill>
                  </a:tcPr>
                </a:tc>
                <a:tc>
                  <a:txBody>
                    <a:bodyPr/>
                    <a:lstStyle/>
                    <a:p>
                      <a:r>
                        <a:rPr sz="950" b="1" i="0">
                          <a:solidFill>
                            <a:srgbClr val="6E1A1D"/>
                          </a:solidFill>
                          <a:latin typeface="Arial"/>
                        </a:rPr>
                        <a:t>Simple chemistry</a:t>
                      </a:r>
                    </a:p>
                  </a:txBody>
                  <a:tcPr marL="54864" marR="54864" marT="13716" marB="13716">
                    <a:solidFill>
                      <a:srgbClr val="F1E3E3"/>
                    </a:solidFill>
                  </a:tcPr>
                </a:tc>
                <a:tc>
                  <a:txBody>
                    <a:bodyPr/>
                    <a:lstStyle/>
                    <a:p>
                      <a:r>
                        <a:rPr sz="950" b="1" i="0">
                          <a:solidFill>
                            <a:srgbClr val="6E1A1D"/>
                          </a:solidFill>
                          <a:latin typeface="Arial"/>
                        </a:rPr>
                        <a:t>Complex chemistry</a:t>
                      </a:r>
                    </a:p>
                  </a:txBody>
                  <a:tcPr marL="54864" marR="54864" marT="13716" marB="13716">
                    <a:solidFill>
                      <a:srgbClr val="F1E3E3"/>
                    </a:solidFill>
                  </a:tcPr>
                </a:tc>
                <a:extLst>
                  <a:ext uri="{0D108BD9-81ED-4DB2-BD59-A6C34878D82A}">
                    <a16:rowId xmlns:a16="http://schemas.microsoft.com/office/drawing/2014/main" val="10000"/>
                  </a:ext>
                </a:extLst>
              </a:tr>
              <a:tr h="246888">
                <a:tc>
                  <a:txBody>
                    <a:bodyPr/>
                    <a:lstStyle/>
                    <a:p>
                      <a:r>
                        <a:rPr sz="950" b="1" i="0">
                          <a:solidFill>
                            <a:srgbClr val="6E1A1D"/>
                          </a:solidFill>
                          <a:latin typeface="Arial"/>
                        </a:rPr>
                        <a:t>Smart advisor</a:t>
                      </a:r>
                    </a:p>
                  </a:txBody>
                  <a:tcPr marL="54864" marR="54864" marT="13716" marB="13716">
                    <a:solidFill>
                      <a:srgbClr val="F8F1F1"/>
                    </a:solidFill>
                  </a:tcPr>
                </a:tc>
                <a:tc>
                  <a:txBody>
                    <a:bodyPr/>
                    <a:lstStyle/>
                    <a:p>
                      <a:r>
                        <a:rPr sz="950" b="1" i="0">
                          <a:solidFill>
                            <a:srgbClr val="6E1A1D"/>
                          </a:solidFill>
                          <a:latin typeface="Arial"/>
                        </a:rPr>
                        <a:t>9.5 runs to 90 %  ·  93 % after 10</a:t>
                      </a:r>
                    </a:p>
                  </a:txBody>
                  <a:tcPr marL="54864" marR="54864" marT="13716" marB="13716">
                    <a:solidFill>
                      <a:srgbClr val="F8F1F1"/>
                    </a:solidFill>
                  </a:tcPr>
                </a:tc>
                <a:tc>
                  <a:txBody>
                    <a:bodyPr/>
                    <a:lstStyle/>
                    <a:p>
                      <a:r>
                        <a:rPr sz="950" b="1" i="0">
                          <a:solidFill>
                            <a:srgbClr val="6E1A1D"/>
                          </a:solidFill>
                          <a:latin typeface="Arial"/>
                        </a:rPr>
                        <a:t>9 runs to 90 %  ·  99 % after 10</a:t>
                      </a:r>
                    </a:p>
                  </a:txBody>
                  <a:tcPr marL="54864" marR="54864" marT="13716" marB="13716">
                    <a:solidFill>
                      <a:srgbClr val="F8F1F1"/>
                    </a:solidFill>
                  </a:tcPr>
                </a:tc>
                <a:extLst>
                  <a:ext uri="{0D108BD9-81ED-4DB2-BD59-A6C34878D82A}">
                    <a16:rowId xmlns:a16="http://schemas.microsoft.com/office/drawing/2014/main" val="10001"/>
                  </a:ext>
                </a:extLst>
              </a:tr>
              <a:tr h="246888">
                <a:tc>
                  <a:txBody>
                    <a:bodyPr/>
                    <a:lstStyle/>
                    <a:p>
                      <a:r>
                        <a:rPr sz="950" b="0" i="0">
                          <a:solidFill>
                            <a:srgbClr val="222222"/>
                          </a:solidFill>
                          <a:latin typeface="Arial"/>
                        </a:rPr>
                        <a:t>Rules of thumb</a:t>
                      </a:r>
                    </a:p>
                  </a:txBody>
                  <a:tcPr marL="54864" marR="54864" marT="13716" marB="13716">
                    <a:solidFill>
                      <a:srgbClr val="FFFFFF"/>
                    </a:solidFill>
                  </a:tcPr>
                </a:tc>
                <a:tc>
                  <a:txBody>
                    <a:bodyPr/>
                    <a:lstStyle/>
                    <a:p>
                      <a:r>
                        <a:rPr sz="950" b="0" i="0">
                          <a:solidFill>
                            <a:srgbClr val="222222"/>
                          </a:solidFill>
                          <a:latin typeface="Arial"/>
                        </a:rPr>
                        <a:t>21 runs  ·  21 % after 10</a:t>
                      </a:r>
                    </a:p>
                  </a:txBody>
                  <a:tcPr marL="54864" marR="54864" marT="13716" marB="13716">
                    <a:solidFill>
                      <a:srgbClr val="FFFFFF"/>
                    </a:solidFill>
                  </a:tcPr>
                </a:tc>
                <a:tc>
                  <a:txBody>
                    <a:bodyPr/>
                    <a:lstStyle/>
                    <a:p>
                      <a:r>
                        <a:rPr sz="950" b="0" i="0">
                          <a:solidFill>
                            <a:srgbClr val="222222"/>
                          </a:solidFill>
                          <a:latin typeface="Arial"/>
                        </a:rPr>
                        <a:t>&gt; 25 runs  ·  8 % after 10</a:t>
                      </a:r>
                    </a:p>
                  </a:txBody>
                  <a:tcPr marL="54864" marR="54864" marT="13716" marB="13716">
                    <a:solidFill>
                      <a:srgbClr val="FFFFFF"/>
                    </a:solidFill>
                  </a:tcPr>
                </a:tc>
                <a:extLst>
                  <a:ext uri="{0D108BD9-81ED-4DB2-BD59-A6C34878D82A}">
                    <a16:rowId xmlns:a16="http://schemas.microsoft.com/office/drawing/2014/main" val="10002"/>
                  </a:ext>
                </a:extLst>
              </a:tr>
              <a:tr h="246888">
                <a:tc>
                  <a:txBody>
                    <a:bodyPr/>
                    <a:lstStyle/>
                    <a:p>
                      <a:r>
                        <a:rPr sz="950" b="0" i="0">
                          <a:solidFill>
                            <a:srgbClr val="222222"/>
                          </a:solidFill>
                          <a:latin typeface="Arial"/>
                        </a:rPr>
                        <a:t>Plain Bayesian optimisation</a:t>
                      </a:r>
                    </a:p>
                  </a:txBody>
                  <a:tcPr marL="54864" marR="54864" marT="13716" marB="13716">
                    <a:solidFill>
                      <a:srgbClr val="FFFFFF"/>
                    </a:solidFill>
                  </a:tcPr>
                </a:tc>
                <a:tc>
                  <a:txBody>
                    <a:bodyPr/>
                    <a:lstStyle/>
                    <a:p>
                      <a:r>
                        <a:rPr sz="950" b="0" i="0">
                          <a:solidFill>
                            <a:srgbClr val="222222"/>
                          </a:solidFill>
                          <a:latin typeface="Arial"/>
                        </a:rPr>
                        <a:t>&gt; 25 runs  ·  2 % after 10</a:t>
                      </a:r>
                    </a:p>
                  </a:txBody>
                  <a:tcPr marL="54864" marR="54864" marT="13716" marB="13716">
                    <a:solidFill>
                      <a:srgbClr val="FFFFFF"/>
                    </a:solidFill>
                  </a:tcPr>
                </a:tc>
                <a:tc>
                  <a:txBody>
                    <a:bodyPr/>
                    <a:lstStyle/>
                    <a:p>
                      <a:r>
                        <a:rPr sz="950" b="0" i="0">
                          <a:solidFill>
                            <a:srgbClr val="222222"/>
                          </a:solidFill>
                          <a:latin typeface="Arial"/>
                        </a:rPr>
                        <a:t>&gt; 25 runs  ·  −8 % after 10</a:t>
                      </a:r>
                    </a:p>
                  </a:txBody>
                  <a:tcPr marL="54864" marR="54864" marT="13716" marB="13716">
                    <a:solidFill>
                      <a:srgbClr val="FFFFFF"/>
                    </a:solidFill>
                  </a:tcPr>
                </a:tc>
                <a:extLst>
                  <a:ext uri="{0D108BD9-81ED-4DB2-BD59-A6C34878D82A}">
                    <a16:rowId xmlns:a16="http://schemas.microsoft.com/office/drawing/2014/main" val="10003"/>
                  </a:ext>
                </a:extLst>
              </a:tr>
              <a:tr h="246888">
                <a:tc>
                  <a:txBody>
                    <a:bodyPr/>
                    <a:lstStyle/>
                    <a:p>
                      <a:r>
                        <a:rPr sz="950" b="0" i="0">
                          <a:solidFill>
                            <a:srgbClr val="222222"/>
                          </a:solidFill>
                          <a:latin typeface="Arial"/>
                        </a:rPr>
                        <a:t>Random walk</a:t>
                      </a:r>
                    </a:p>
                  </a:txBody>
                  <a:tcPr marL="54864" marR="54864" marT="13716" marB="13716">
                    <a:solidFill>
                      <a:srgbClr val="FFFFFF"/>
                    </a:solidFill>
                  </a:tcPr>
                </a:tc>
                <a:tc>
                  <a:txBody>
                    <a:bodyPr/>
                    <a:lstStyle/>
                    <a:p>
                      <a:r>
                        <a:rPr sz="950" b="0" i="0">
                          <a:solidFill>
                            <a:srgbClr val="222222"/>
                          </a:solidFill>
                          <a:latin typeface="Arial"/>
                        </a:rPr>
                        <a:t>never  ·  −8 % after 10</a:t>
                      </a:r>
                    </a:p>
                  </a:txBody>
                  <a:tcPr marL="54864" marR="54864" marT="13716" marB="13716">
                    <a:solidFill>
                      <a:srgbClr val="FFFFFF"/>
                    </a:solidFill>
                  </a:tcPr>
                </a:tc>
                <a:tc>
                  <a:txBody>
                    <a:bodyPr/>
                    <a:lstStyle/>
                    <a:p>
                      <a:r>
                        <a:rPr sz="950" b="0" i="0">
                          <a:solidFill>
                            <a:srgbClr val="222222"/>
                          </a:solidFill>
                          <a:latin typeface="Arial"/>
                        </a:rPr>
                        <a:t>never  ·  −20 % after 10</a:t>
                      </a:r>
                    </a:p>
                  </a:txBody>
                  <a:tcPr marL="54864" marR="54864" marT="13716" marB="13716">
                    <a:solidFill>
                      <a:srgbClr val="FFFFFF"/>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365760" y="6172200"/>
            <a:ext cx="8046720" cy="320040"/>
          </a:xfrm>
          <a:prstGeom prst="rect">
            <a:avLst/>
          </a:prstGeom>
          <a:noFill/>
        </p:spPr>
        <p:txBody>
          <a:bodyPr wrap="square" lIns="45720" tIns="27432" rIns="45720" bIns="27432" anchor="t"/>
          <a:lstStyle/>
          <a:p>
            <a:pPr algn="l">
              <a:lnSpc>
                <a:spcPct val="102000"/>
              </a:lnSpc>
              <a:spcAft>
                <a:spcPts val="300"/>
              </a:spcAft>
            </a:pPr>
            <a:r>
              <a:rPr sz="850" b="0" i="0">
                <a:solidFill>
                  <a:srgbClr val="808080"/>
                </a:solidFill>
                <a:latin typeface="Arial"/>
              </a:rPr>
              <a:t>Median of 10 campaigns. Each number is the profit the method's recommended settings would earn, as a share of the best the reactor can earn: 100 % = the best possible, negative = those settings lose money.</a:t>
            </a:r>
          </a:p>
        </p:txBody>
      </p:sp>
      <p:sp>
        <p:nvSpPr>
          <p:cNvPr id="20" name="Rounded Rectangle 19"/>
          <p:cNvSpPr/>
          <p:nvPr/>
        </p:nvSpPr>
        <p:spPr>
          <a:xfrm>
            <a:off x="8641080" y="2423160"/>
            <a:ext cx="3063240" cy="118872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732519" y="2468879"/>
            <a:ext cx="2880360" cy="502920"/>
          </a:xfrm>
          <a:prstGeom prst="rect">
            <a:avLst/>
          </a:prstGeom>
          <a:noFill/>
        </p:spPr>
        <p:txBody>
          <a:bodyPr wrap="square" lIns="45720" tIns="27432" rIns="45720" bIns="27432" anchor="t"/>
          <a:lstStyle/>
          <a:p>
            <a:pPr algn="l">
              <a:lnSpc>
                <a:spcPct val="108000"/>
              </a:lnSpc>
              <a:spcAft>
                <a:spcPts val="300"/>
              </a:spcAft>
            </a:pPr>
            <a:r>
              <a:rPr sz="2600" b="1" i="0">
                <a:solidFill>
                  <a:srgbClr val="8B2327"/>
                </a:solidFill>
                <a:latin typeface="Arial"/>
              </a:rPr>
              <a:t>10 / 10</a:t>
            </a:r>
          </a:p>
        </p:txBody>
      </p:sp>
      <p:sp>
        <p:nvSpPr>
          <p:cNvPr id="22" name="TextBox 21"/>
          <p:cNvSpPr txBox="1"/>
          <p:nvPr/>
        </p:nvSpPr>
        <p:spPr>
          <a:xfrm>
            <a:off x="8732519" y="2971800"/>
            <a:ext cx="2880360" cy="594360"/>
          </a:xfrm>
          <a:prstGeom prst="rect">
            <a:avLst/>
          </a:prstGeom>
          <a:noFill/>
        </p:spPr>
        <p:txBody>
          <a:bodyPr wrap="square" lIns="45720" tIns="27432" rIns="45720" bIns="27432" anchor="t"/>
          <a:lstStyle/>
          <a:p>
            <a:pPr algn="l">
              <a:lnSpc>
                <a:spcPct val="108000"/>
              </a:lnSpc>
              <a:spcAft>
                <a:spcPts val="0"/>
              </a:spcAft>
            </a:pPr>
            <a:r>
              <a:rPr sz="1000" b="0" i="0" dirty="0">
                <a:solidFill>
                  <a:srgbClr val="555555"/>
                </a:solidFill>
                <a:latin typeface="Arial"/>
              </a:rPr>
              <a:t>paired campaigns won against the rules of thumb after 10 and 15 runs, on both chemistries — not luck (Wilcoxon p = 0.002)</a:t>
            </a:r>
          </a:p>
        </p:txBody>
      </p:sp>
      <p:sp>
        <p:nvSpPr>
          <p:cNvPr id="23" name="Rounded Rectangle 22"/>
          <p:cNvSpPr/>
          <p:nvPr/>
        </p:nvSpPr>
        <p:spPr>
          <a:xfrm>
            <a:off x="8641080" y="3703320"/>
            <a:ext cx="3063240" cy="274320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8732520" y="3730752"/>
            <a:ext cx="2880360" cy="2697480"/>
          </a:xfrm>
          <a:prstGeom prst="rect">
            <a:avLst/>
          </a:prstGeom>
          <a:noFill/>
        </p:spPr>
        <p:txBody>
          <a:bodyPr wrap="square" lIns="45720" tIns="27432" rIns="45720" bIns="27432" anchor="t"/>
          <a:lstStyle/>
          <a:p>
            <a:pPr algn="l">
              <a:lnSpc>
                <a:spcPct val="105000"/>
              </a:lnSpc>
              <a:spcAft>
                <a:spcPts val="400"/>
              </a:spcAft>
            </a:pPr>
            <a:r>
              <a:rPr sz="950" b="1" i="0">
                <a:solidFill>
                  <a:srgbClr val="6E1A1D"/>
                </a:solidFill>
                <a:latin typeface="Arial"/>
              </a:rPr>
              <a:t>To be fair: </a:t>
            </a:r>
            <a:r>
              <a:rPr sz="950" b="0" i="0">
                <a:solidFill>
                  <a:srgbClr val="222222"/>
                </a:solidFill>
                <a:latin typeface="Arial"/>
              </a:rPr>
              <a:t>the rules get there too — 96 % after 25 runs on the simple chemistry (a tie with the advisor, p = 0.92), 87 % on the complex one. The advisor's value is speed.</a:t>
            </a:r>
          </a:p>
          <a:p>
            <a:pPr algn="l">
              <a:lnSpc>
                <a:spcPct val="105000"/>
              </a:lnSpc>
              <a:spcAft>
                <a:spcPts val="400"/>
              </a:spcAft>
            </a:pPr>
            <a:r>
              <a:rPr sz="950" b="0" i="0">
                <a:solidFill>
                  <a:srgbClr val="222222"/>
                </a:solidFill>
                <a:latin typeface="Arial"/>
              </a:rPr>
              <a:t>The “chemist” is our scripted encoding of the standard heuristics, not a human. Plain BO is a protocol comparison, not a surrogate comparison: the advisor wins because it reads the whole GC composition and plans ahead, which is the point.</a:t>
            </a:r>
          </a:p>
          <a:p>
            <a:pPr algn="l">
              <a:lnSpc>
                <a:spcPct val="105000"/>
              </a:lnSpc>
              <a:spcAft>
                <a:spcPts val="400"/>
              </a:spcAft>
            </a:pPr>
            <a:r>
              <a:rPr sz="950" b="0" i="0">
                <a:solidFill>
                  <a:srgbClr val="222222"/>
                </a:solidFill>
                <a:latin typeface="Arial"/>
              </a:rPr>
              <a:t>A blind comparison against a chemist at the bench is on the list.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713232"/>
            <a:ext cx="10241280" cy="658368"/>
          </a:xfrm>
        </p:spPr>
        <p:txBody>
          <a:bodyPr lIns="45720" anchor="ctr"/>
          <a:lstStyle/>
          <a:p>
            <a:pPr algn="l"/>
            <a:r>
              <a:rPr sz="2800" b="1" i="0">
                <a:solidFill>
                  <a:srgbClr val="8B2327"/>
                </a:solidFill>
                <a:latin typeface="Arial"/>
              </a:rPr>
              <a:t>It learns the chemistry, not just the optimum</a:t>
            </a:r>
          </a:p>
        </p:txBody>
      </p:sp>
      <p:sp>
        <p:nvSpPr>
          <p:cNvPr id="3" name="TextBox 2"/>
          <p:cNvSpPr txBox="1"/>
          <p:nvPr/>
        </p:nvSpPr>
        <p:spPr>
          <a:xfrm>
            <a:off x="365760" y="457200"/>
            <a:ext cx="7315200" cy="274320"/>
          </a:xfrm>
          <a:prstGeom prst="rect">
            <a:avLst/>
          </a:prstGeom>
          <a:noFill/>
        </p:spPr>
        <p:txBody>
          <a:bodyPr wrap="square" lIns="45720" tIns="27432" rIns="45720" bIns="27432" anchor="t"/>
          <a:lstStyle/>
          <a:p>
            <a:pPr algn="l">
              <a:lnSpc>
                <a:spcPct val="108000"/>
              </a:lnSpc>
              <a:spcAft>
                <a:spcPts val="300"/>
              </a:spcAft>
            </a:pPr>
            <a:r>
              <a:rPr sz="1050" b="1" i="0">
                <a:solidFill>
                  <a:srgbClr val="8B2327"/>
                </a:solidFill>
                <a:latin typeface="Arial"/>
              </a:rPr>
              <a:t>RESULTS II</a:t>
            </a:r>
          </a:p>
        </p:txBody>
      </p:sp>
      <p:cxnSp>
        <p:nvCxnSpPr>
          <p:cNvPr id="4" name="Connector 3"/>
          <p:cNvCxnSpPr/>
          <p:nvPr/>
        </p:nvCxnSpPr>
        <p:spPr>
          <a:xfrm>
            <a:off x="365760" y="6510528"/>
            <a:ext cx="11430000" cy="0"/>
          </a:xfrm>
          <a:prstGeom prst="line">
            <a:avLst/>
          </a:prstGeom>
          <a:ln w="9525">
            <a:solidFill>
              <a:srgbClr val="DDD5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5760" y="6528816"/>
            <a:ext cx="9144000" cy="274320"/>
          </a:xfrm>
          <a:prstGeom prst="rect">
            <a:avLst/>
          </a:prstGeom>
          <a:noFill/>
        </p:spPr>
        <p:txBody>
          <a:bodyPr wrap="square" lIns="45720" tIns="27432" rIns="45720" bIns="27432" anchor="t"/>
          <a:lstStyle/>
          <a:p>
            <a:pPr algn="l">
              <a:lnSpc>
                <a:spcPct val="108000"/>
              </a:lnSpc>
              <a:spcAft>
                <a:spcPts val="300"/>
              </a:spcAft>
            </a:pPr>
            <a:r>
              <a:rPr sz="850" b="0" i="0" dirty="0">
                <a:solidFill>
                  <a:srgbClr val="808080"/>
                </a:solidFill>
                <a:latin typeface="Arial"/>
              </a:rPr>
              <a:t>ACOD310 mid-term  ·  1</a:t>
            </a:r>
            <a:r>
              <a:rPr lang="en-IN" sz="850" b="0" i="0" dirty="0">
                <a:solidFill>
                  <a:srgbClr val="808080"/>
                </a:solidFill>
                <a:latin typeface="Arial"/>
              </a:rPr>
              <a:t>6</a:t>
            </a:r>
            <a:r>
              <a:rPr sz="850" b="0" i="0" dirty="0">
                <a:solidFill>
                  <a:srgbClr val="808080"/>
                </a:solidFill>
                <a:latin typeface="Arial"/>
              </a:rPr>
              <a:t> October 2026  ·  Sumant Varanasi &amp; Parva Chaudhary</a:t>
            </a:r>
          </a:p>
        </p:txBody>
      </p:sp>
      <p:sp>
        <p:nvSpPr>
          <p:cNvPr id="6" name="TextBox 5"/>
          <p:cNvSpPr txBox="1"/>
          <p:nvPr/>
        </p:nvSpPr>
        <p:spPr>
          <a:xfrm>
            <a:off x="10972800" y="6528816"/>
            <a:ext cx="822960" cy="274320"/>
          </a:xfrm>
          <a:prstGeom prst="rect">
            <a:avLst/>
          </a:prstGeom>
          <a:noFill/>
        </p:spPr>
        <p:txBody>
          <a:bodyPr wrap="square" lIns="45720" tIns="27432" rIns="45720" bIns="27432" anchor="t"/>
          <a:lstStyle/>
          <a:p>
            <a:pPr algn="r">
              <a:lnSpc>
                <a:spcPct val="108000"/>
              </a:lnSpc>
              <a:spcAft>
                <a:spcPts val="300"/>
              </a:spcAft>
            </a:pPr>
            <a:r>
              <a:rPr sz="850" b="0" i="0">
                <a:solidFill>
                  <a:srgbClr val="808080"/>
                </a:solidFill>
                <a:latin typeface="Arial"/>
              </a:rPr>
              <a:t>8 / 10</a:t>
            </a:r>
          </a:p>
        </p:txBody>
      </p:sp>
      <p:pic>
        <p:nvPicPr>
          <p:cNvPr id="7" name="Picture 6" descr="crop_smart_4_v5.png_0_0_50_100.png"/>
          <p:cNvPicPr>
            <a:picLocks noChangeAspect="1"/>
          </p:cNvPicPr>
          <p:nvPr/>
        </p:nvPicPr>
        <p:blipFill>
          <a:blip r:embed="rId3"/>
          <a:stretch>
            <a:fillRect/>
          </a:stretch>
        </p:blipFill>
        <p:spPr>
          <a:xfrm>
            <a:off x="274320" y="1481328"/>
            <a:ext cx="4654804" cy="3520440"/>
          </a:xfrm>
          <a:prstGeom prst="rect">
            <a:avLst/>
          </a:prstGeom>
        </p:spPr>
      </p:pic>
      <p:sp>
        <p:nvSpPr>
          <p:cNvPr id="8" name="TextBox 7"/>
          <p:cNvSpPr txBox="1"/>
          <p:nvPr/>
        </p:nvSpPr>
        <p:spPr>
          <a:xfrm>
            <a:off x="365760" y="5029200"/>
            <a:ext cx="5577840" cy="640080"/>
          </a:xfrm>
          <a:prstGeom prst="rect">
            <a:avLst/>
          </a:prstGeom>
          <a:noFill/>
        </p:spPr>
        <p:txBody>
          <a:bodyPr wrap="square" lIns="45720" tIns="27432" rIns="45720" bIns="27432" anchor="t"/>
          <a:lstStyle/>
          <a:p>
            <a:pPr algn="l">
              <a:lnSpc>
                <a:spcPct val="104000"/>
              </a:lnSpc>
              <a:spcAft>
                <a:spcPts val="300"/>
              </a:spcAft>
            </a:pPr>
            <a:r>
              <a:rPr sz="900" b="0" i="0" dirty="0">
                <a:solidFill>
                  <a:srgbClr val="555555"/>
                </a:solidFill>
                <a:latin typeface="Arial"/>
              </a:rPr>
              <a:t>How fast each reaction goes vs temperature, learned from 15 runs (dashed, with its uncertainty band) against the truth it never saw (solid). v5 advisor, live run on the virtual complex reactor.</a:t>
            </a:r>
          </a:p>
        </p:txBody>
      </p:sp>
      <p:sp>
        <p:nvSpPr>
          <p:cNvPr id="9" name="Rounded Rectangle 8"/>
          <p:cNvSpPr/>
          <p:nvPr/>
        </p:nvSpPr>
        <p:spPr>
          <a:xfrm>
            <a:off x="6217920" y="1481328"/>
            <a:ext cx="5486400" cy="160020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27648" y="1554480"/>
            <a:ext cx="5266944" cy="365760"/>
          </a:xfrm>
          <a:prstGeom prst="rect">
            <a:avLst/>
          </a:prstGeom>
          <a:noFill/>
        </p:spPr>
        <p:txBody>
          <a:bodyPr wrap="square" lIns="45720" tIns="27432" rIns="45720" bIns="27432" anchor="t"/>
          <a:lstStyle/>
          <a:p>
            <a:pPr algn="l">
              <a:lnSpc>
                <a:spcPct val="108000"/>
              </a:lnSpc>
              <a:spcAft>
                <a:spcPts val="300"/>
              </a:spcAft>
            </a:pPr>
            <a:r>
              <a:rPr sz="1300" b="1" i="0">
                <a:solidFill>
                  <a:srgbClr val="6E1A1D"/>
                </a:solidFill>
                <a:latin typeface="Arial"/>
              </a:rPr>
              <a:t>What it learned</a:t>
            </a:r>
          </a:p>
        </p:txBody>
      </p:sp>
      <p:sp>
        <p:nvSpPr>
          <p:cNvPr id="11" name="TextBox 10"/>
          <p:cNvSpPr txBox="1"/>
          <p:nvPr/>
        </p:nvSpPr>
        <p:spPr>
          <a:xfrm>
            <a:off x="6327648" y="1920240"/>
            <a:ext cx="5266944" cy="1106424"/>
          </a:xfrm>
          <a:prstGeom prst="rect">
            <a:avLst/>
          </a:prstGeom>
          <a:noFill/>
        </p:spPr>
        <p:txBody>
          <a:bodyPr wrap="square" lIns="45720" tIns="27432" rIns="45720" bIns="27432" anchor="t"/>
          <a:lstStyle/>
          <a:p>
            <a:pPr marL="155448" indent="-155448" algn="l">
              <a:lnSpc>
                <a:spcPct val="106000"/>
              </a:lnSpc>
              <a:spcAft>
                <a:spcPts val="200"/>
              </a:spcAft>
              <a:buChar char="•"/>
            </a:pPr>
            <a:r>
              <a:rPr sz="950" b="0" i="0" dirty="0">
                <a:solidFill>
                  <a:srgbClr val="222222"/>
                </a:solidFill>
                <a:latin typeface="Arial"/>
              </a:rPr>
              <a:t>How strongly each reaction speeds up with heat (its activation energy) comes out in the right order </a:t>
            </a:r>
            <a:r>
              <a:rPr lang="en-IN" sz="950" b="0" i="0" dirty="0">
                <a:solidFill>
                  <a:srgbClr val="222222"/>
                </a:solidFill>
                <a:latin typeface="Arial"/>
              </a:rPr>
              <a:t>-</a:t>
            </a:r>
            <a:r>
              <a:rPr sz="950" b="0" i="0" dirty="0">
                <a:solidFill>
                  <a:srgbClr val="222222"/>
                </a:solidFill>
                <a:latin typeface="Arial"/>
              </a:rPr>
              <a:t> and that order decides the best temperature</a:t>
            </a:r>
          </a:p>
          <a:p>
            <a:pPr marL="155448" indent="-155448" algn="l">
              <a:lnSpc>
                <a:spcPct val="106000"/>
              </a:lnSpc>
              <a:spcAft>
                <a:spcPts val="200"/>
              </a:spcAft>
              <a:buChar char="•"/>
            </a:pPr>
            <a:r>
              <a:rPr sz="950" b="0" i="0" dirty="0">
                <a:solidFill>
                  <a:srgbClr val="222222"/>
                </a:solidFill>
                <a:latin typeface="Arial"/>
              </a:rPr>
              <a:t>In this live run the activation energies come out as 71 / 120 / 151 kJ/mol (± 3) against a truth of 70 / 120 / 150; the data chose the model with product inhibition (K_C = 0.031 /bar); recommended settings at 100 % of the best possible.</a:t>
            </a:r>
          </a:p>
        </p:txBody>
      </p:sp>
      <p:sp>
        <p:nvSpPr>
          <p:cNvPr id="12" name="Rounded Rectangle 11"/>
          <p:cNvSpPr/>
          <p:nvPr/>
        </p:nvSpPr>
        <p:spPr>
          <a:xfrm>
            <a:off x="6217920" y="3200400"/>
            <a:ext cx="5486400" cy="1783080"/>
          </a:xfrm>
          <a:prstGeom prst="roundRect">
            <a:avLst>
              <a:gd name="adj" fmla="val 8000"/>
            </a:avLst>
          </a:prstGeom>
          <a:solidFill>
            <a:srgbClr val="F1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327648" y="3273552"/>
            <a:ext cx="5266944" cy="365760"/>
          </a:xfrm>
          <a:prstGeom prst="rect">
            <a:avLst/>
          </a:prstGeom>
          <a:noFill/>
        </p:spPr>
        <p:txBody>
          <a:bodyPr wrap="square" lIns="45720" tIns="27432" rIns="45720" bIns="27432" anchor="t"/>
          <a:lstStyle/>
          <a:p>
            <a:pPr algn="l">
              <a:lnSpc>
                <a:spcPct val="108000"/>
              </a:lnSpc>
              <a:spcAft>
                <a:spcPts val="300"/>
              </a:spcAft>
            </a:pPr>
            <a:r>
              <a:rPr sz="1300" b="1" i="0" dirty="0">
                <a:solidFill>
                  <a:srgbClr val="6E1A1D"/>
                </a:solidFill>
                <a:latin typeface="Arial"/>
              </a:rPr>
              <a:t> </a:t>
            </a:r>
          </a:p>
        </p:txBody>
      </p:sp>
      <p:sp>
        <p:nvSpPr>
          <p:cNvPr id="14" name="TextBox 13"/>
          <p:cNvSpPr txBox="1"/>
          <p:nvPr/>
        </p:nvSpPr>
        <p:spPr>
          <a:xfrm>
            <a:off x="6327648" y="3639312"/>
            <a:ext cx="5266944" cy="1289304"/>
          </a:xfrm>
          <a:prstGeom prst="rect">
            <a:avLst/>
          </a:prstGeom>
          <a:noFill/>
        </p:spPr>
        <p:txBody>
          <a:bodyPr wrap="square" lIns="45720" tIns="27432" rIns="45720" bIns="27432" anchor="t"/>
          <a:lstStyle/>
          <a:p>
            <a:pPr marL="155448" indent="-155448" algn="l">
              <a:lnSpc>
                <a:spcPct val="106000"/>
              </a:lnSpc>
              <a:spcAft>
                <a:spcPts val="200"/>
              </a:spcAft>
              <a:buChar char="•"/>
            </a:pPr>
            <a:r>
              <a:rPr sz="950" b="0" i="0" dirty="0">
                <a:solidFill>
                  <a:srgbClr val="222222"/>
                </a:solidFill>
                <a:latin typeface="Arial"/>
              </a:rPr>
              <a:t>Product inhibition and catalyst ageing are added only when the data support them; ageing needs a repeated set point, so the protocol now repeats a check run every 5th run</a:t>
            </a:r>
          </a:p>
          <a:p>
            <a:pPr marL="155448" indent="-155448" algn="l">
              <a:lnSpc>
                <a:spcPct val="106000"/>
              </a:lnSpc>
              <a:spcAft>
                <a:spcPts val="200"/>
              </a:spcAft>
              <a:buChar char="•"/>
            </a:pPr>
            <a:r>
              <a:rPr sz="950" b="0" i="0" dirty="0">
                <a:solidFill>
                  <a:srgbClr val="222222"/>
                </a:solidFill>
                <a:latin typeface="Arial"/>
              </a:rPr>
              <a:t>The planner counts the runs you have left, respects the product spec and reports the heat load (adiabatic temperature rise)</a:t>
            </a:r>
          </a:p>
          <a:p>
            <a:pPr marL="155448" indent="-155448" algn="l">
              <a:lnSpc>
                <a:spcPct val="106000"/>
              </a:lnSpc>
              <a:spcAft>
                <a:spcPts val="200"/>
              </a:spcAft>
              <a:buChar char="•"/>
            </a:pPr>
            <a:r>
              <a:rPr sz="950" b="0" i="0" dirty="0">
                <a:solidFill>
                  <a:srgbClr val="222222"/>
                </a:solidFill>
                <a:latin typeface="Arial"/>
              </a:rPr>
              <a:t>: on the complex reactor v5 ends at the best point in 10 of 10 campaigns and earns more on the way than v4 in 8 of 10; on a catalyst losing 2 %/day every method ends at 41–73 % of the fresh-catalyst best </a:t>
            </a:r>
            <a:r>
              <a:rPr lang="en-IN" sz="950" b="0" i="0" dirty="0">
                <a:solidFill>
                  <a:srgbClr val="222222"/>
                </a:solidFill>
                <a:latin typeface="Arial"/>
              </a:rPr>
              <a:t>-</a:t>
            </a:r>
            <a:r>
              <a:rPr sz="950" b="0" i="0" dirty="0">
                <a:solidFill>
                  <a:srgbClr val="222222"/>
                </a:solidFill>
                <a:latin typeface="Arial"/>
              </a:rPr>
              <a:t> ageing is detected and reported, not solved </a:t>
            </a:r>
            <a:r>
              <a:rPr lang="en-IN" sz="950" b="0" i="0" dirty="0">
                <a:solidFill>
                  <a:srgbClr val="222222"/>
                </a:solidFill>
                <a:latin typeface="Arial"/>
              </a:rPr>
              <a:t>-</a:t>
            </a:r>
            <a:r>
              <a:rPr sz="950" b="0" i="0" dirty="0">
                <a:solidFill>
                  <a:srgbClr val="222222"/>
                </a:solidFill>
                <a:latin typeface="Arial"/>
              </a:rPr>
              <a:t> and v5 earned more than v4 in 8 of 10</a:t>
            </a:r>
          </a:p>
        </p:txBody>
      </p:sp>
      <p:sp>
        <p:nvSpPr>
          <p:cNvPr id="15" name="Rounded Rectangle 14"/>
          <p:cNvSpPr/>
          <p:nvPr/>
        </p:nvSpPr>
        <p:spPr>
          <a:xfrm>
            <a:off x="6217920" y="5102352"/>
            <a:ext cx="5486400" cy="132588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327648" y="5175504"/>
            <a:ext cx="5266944" cy="365760"/>
          </a:xfrm>
          <a:prstGeom prst="rect">
            <a:avLst/>
          </a:prstGeom>
          <a:noFill/>
        </p:spPr>
        <p:txBody>
          <a:bodyPr wrap="square" lIns="45720" tIns="27432" rIns="45720" bIns="27432" anchor="t"/>
          <a:lstStyle/>
          <a:p>
            <a:pPr algn="l">
              <a:lnSpc>
                <a:spcPct val="108000"/>
              </a:lnSpc>
              <a:spcAft>
                <a:spcPts val="300"/>
              </a:spcAft>
            </a:pPr>
            <a:r>
              <a:rPr sz="1300" b="1" i="0">
                <a:solidFill>
                  <a:srgbClr val="6E1A1D"/>
                </a:solidFill>
                <a:latin typeface="Arial"/>
              </a:rPr>
              <a:t>Limits we know</a:t>
            </a:r>
          </a:p>
        </p:txBody>
      </p:sp>
      <p:sp>
        <p:nvSpPr>
          <p:cNvPr id="17" name="TextBox 16"/>
          <p:cNvSpPr txBox="1"/>
          <p:nvPr/>
        </p:nvSpPr>
        <p:spPr>
          <a:xfrm>
            <a:off x="6327648" y="5468112"/>
            <a:ext cx="5266944" cy="905255"/>
          </a:xfrm>
          <a:prstGeom prst="rect">
            <a:avLst/>
          </a:prstGeom>
          <a:noFill/>
        </p:spPr>
        <p:txBody>
          <a:bodyPr wrap="square" lIns="45720" tIns="27432" rIns="45720" bIns="27432" anchor="t"/>
          <a:lstStyle/>
          <a:p>
            <a:pPr marL="155448" indent="-155448" algn="l">
              <a:lnSpc>
                <a:spcPct val="106000"/>
              </a:lnSpc>
              <a:spcAft>
                <a:spcPts val="100"/>
              </a:spcAft>
              <a:buChar char="•"/>
            </a:pPr>
            <a:r>
              <a:rPr sz="900" b="0" i="0" dirty="0">
                <a:solidFill>
                  <a:srgbClr val="222222"/>
                </a:solidFill>
                <a:latin typeface="Arial"/>
              </a:rPr>
              <a:t>Kinetics, prices and GC noise are placeholders until agreed with Prof. Khare; the reactor is simulated so far</a:t>
            </a:r>
          </a:p>
          <a:p>
            <a:pPr marL="155448" indent="-155448" algn="l">
              <a:lnSpc>
                <a:spcPct val="106000"/>
              </a:lnSpc>
              <a:spcAft>
                <a:spcPts val="100"/>
              </a:spcAft>
              <a:buChar char="•"/>
            </a:pPr>
            <a:r>
              <a:rPr sz="900" b="0" i="0" dirty="0">
                <a:solidFill>
                  <a:srgbClr val="222222"/>
                </a:solidFill>
                <a:latin typeface="Arial"/>
              </a:rPr>
              <a:t>The advisor must be told which reactions happen (two schemes built in</a:t>
            </a:r>
            <a:r>
              <a:rPr lang="en-IN" sz="900" b="0" i="0" dirty="0">
                <a:solidFill>
                  <a:srgbClr val="222222"/>
                </a:solidFill>
                <a:latin typeface="Arial"/>
              </a:rPr>
              <a:t> </a:t>
            </a:r>
            <a:r>
              <a:rPr sz="900" b="0" i="0" dirty="0">
                <a:solidFill>
                  <a:srgbClr val="222222"/>
                </a:solidFill>
                <a:latin typeface="Arial"/>
              </a:rPr>
              <a:t>); with one missing it still works, more slowly</a:t>
            </a:r>
          </a:p>
          <a:p>
            <a:pPr marL="155448" indent="-155448" algn="l">
              <a:lnSpc>
                <a:spcPct val="106000"/>
              </a:lnSpc>
              <a:spcAft>
                <a:spcPts val="100"/>
              </a:spcAft>
              <a:buChar char="•"/>
            </a:pPr>
            <a:r>
              <a:rPr sz="900" b="0" i="0" dirty="0">
                <a:solidFill>
                  <a:srgbClr val="222222"/>
                </a:solidFill>
                <a:latin typeface="Arial"/>
              </a:rPr>
              <a:t>Under step limits the covered temperature range is narrow, so absolute activation energies are less certain than their ordering; the rules-of-thumb baseline is a script, not a human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713232"/>
            <a:ext cx="10241280" cy="658368"/>
          </a:xfrm>
        </p:spPr>
        <p:txBody>
          <a:bodyPr lIns="45720" anchor="ctr"/>
          <a:lstStyle/>
          <a:p>
            <a:pPr algn="l"/>
            <a:r>
              <a:rPr sz="2800" b="1" i="0">
                <a:solidFill>
                  <a:srgbClr val="8B2327"/>
                </a:solidFill>
                <a:latin typeface="Arial"/>
              </a:rPr>
              <a:t>What this means for the person at the reactor</a:t>
            </a:r>
          </a:p>
        </p:txBody>
      </p:sp>
      <p:sp>
        <p:nvSpPr>
          <p:cNvPr id="3" name="TextBox 2"/>
          <p:cNvSpPr txBox="1"/>
          <p:nvPr/>
        </p:nvSpPr>
        <p:spPr>
          <a:xfrm>
            <a:off x="365760" y="457200"/>
            <a:ext cx="7315200" cy="274320"/>
          </a:xfrm>
          <a:prstGeom prst="rect">
            <a:avLst/>
          </a:prstGeom>
          <a:noFill/>
        </p:spPr>
        <p:txBody>
          <a:bodyPr wrap="square" lIns="45720" tIns="27432" rIns="45720" bIns="27432" anchor="t"/>
          <a:lstStyle/>
          <a:p>
            <a:pPr algn="l">
              <a:lnSpc>
                <a:spcPct val="108000"/>
              </a:lnSpc>
              <a:spcAft>
                <a:spcPts val="300"/>
              </a:spcAft>
            </a:pPr>
            <a:r>
              <a:rPr sz="1050" b="1" i="0">
                <a:solidFill>
                  <a:srgbClr val="8B2327"/>
                </a:solidFill>
                <a:latin typeface="Arial"/>
              </a:rPr>
              <a:t>USING IT</a:t>
            </a:r>
          </a:p>
        </p:txBody>
      </p:sp>
      <p:cxnSp>
        <p:nvCxnSpPr>
          <p:cNvPr id="4" name="Connector 3"/>
          <p:cNvCxnSpPr/>
          <p:nvPr/>
        </p:nvCxnSpPr>
        <p:spPr>
          <a:xfrm>
            <a:off x="365760" y="6510528"/>
            <a:ext cx="11430000" cy="0"/>
          </a:xfrm>
          <a:prstGeom prst="line">
            <a:avLst/>
          </a:prstGeom>
          <a:ln w="9525">
            <a:solidFill>
              <a:srgbClr val="DDD5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5760" y="6528816"/>
            <a:ext cx="9144000" cy="274320"/>
          </a:xfrm>
          <a:prstGeom prst="rect">
            <a:avLst/>
          </a:prstGeom>
          <a:noFill/>
        </p:spPr>
        <p:txBody>
          <a:bodyPr wrap="square" lIns="45720" tIns="27432" rIns="45720" bIns="27432" anchor="t"/>
          <a:lstStyle/>
          <a:p>
            <a:pPr algn="l">
              <a:lnSpc>
                <a:spcPct val="108000"/>
              </a:lnSpc>
              <a:spcAft>
                <a:spcPts val="300"/>
              </a:spcAft>
            </a:pPr>
            <a:r>
              <a:rPr sz="850" b="0" i="0" dirty="0">
                <a:solidFill>
                  <a:srgbClr val="808080"/>
                </a:solidFill>
                <a:latin typeface="Arial"/>
              </a:rPr>
              <a:t>ACOD310 mid-term  ·  1</a:t>
            </a:r>
            <a:r>
              <a:rPr lang="en-IN" sz="850" b="0" i="0" dirty="0">
                <a:solidFill>
                  <a:srgbClr val="808080"/>
                </a:solidFill>
                <a:latin typeface="Arial"/>
              </a:rPr>
              <a:t>6</a:t>
            </a:r>
            <a:r>
              <a:rPr sz="850" b="0" i="0" dirty="0">
                <a:solidFill>
                  <a:srgbClr val="808080"/>
                </a:solidFill>
                <a:latin typeface="Arial"/>
              </a:rPr>
              <a:t> October 2026  ·  Sumant Varanasi &amp; Parva Chaudhary</a:t>
            </a:r>
          </a:p>
        </p:txBody>
      </p:sp>
      <p:sp>
        <p:nvSpPr>
          <p:cNvPr id="6" name="TextBox 5"/>
          <p:cNvSpPr txBox="1"/>
          <p:nvPr/>
        </p:nvSpPr>
        <p:spPr>
          <a:xfrm>
            <a:off x="10972800" y="6528816"/>
            <a:ext cx="822960" cy="274320"/>
          </a:xfrm>
          <a:prstGeom prst="rect">
            <a:avLst/>
          </a:prstGeom>
          <a:noFill/>
        </p:spPr>
        <p:txBody>
          <a:bodyPr wrap="square" lIns="45720" tIns="27432" rIns="45720" bIns="27432" anchor="t"/>
          <a:lstStyle/>
          <a:p>
            <a:pPr algn="r">
              <a:lnSpc>
                <a:spcPct val="108000"/>
              </a:lnSpc>
              <a:spcAft>
                <a:spcPts val="300"/>
              </a:spcAft>
            </a:pPr>
            <a:r>
              <a:rPr sz="850" b="0" i="0">
                <a:solidFill>
                  <a:srgbClr val="808080"/>
                </a:solidFill>
                <a:latin typeface="Arial"/>
              </a:rPr>
              <a:t>9 / 10</a:t>
            </a:r>
          </a:p>
        </p:txBody>
      </p:sp>
      <p:pic>
        <p:nvPicPr>
          <p:cNvPr id="7" name="Picture 6" descr="crop_ui_light.png_26_2_98_20.png"/>
          <p:cNvPicPr>
            <a:picLocks noChangeAspect="1"/>
          </p:cNvPicPr>
          <p:nvPr/>
        </p:nvPicPr>
        <p:blipFill>
          <a:blip r:embed="rId3"/>
          <a:stretch>
            <a:fillRect/>
          </a:stretch>
        </p:blipFill>
        <p:spPr>
          <a:xfrm>
            <a:off x="274320" y="1481328"/>
            <a:ext cx="5682342" cy="3200400"/>
          </a:xfrm>
          <a:prstGeom prst="rect">
            <a:avLst/>
          </a:prstGeom>
        </p:spPr>
      </p:pic>
      <p:sp>
        <p:nvSpPr>
          <p:cNvPr id="8" name="TextBox 7"/>
          <p:cNvSpPr txBox="1"/>
          <p:nvPr/>
        </p:nvSpPr>
        <p:spPr>
          <a:xfrm>
            <a:off x="365760" y="4663440"/>
            <a:ext cx="6035040" cy="274320"/>
          </a:xfrm>
          <a:prstGeom prst="rect">
            <a:avLst/>
          </a:prstGeom>
          <a:noFill/>
        </p:spPr>
        <p:txBody>
          <a:bodyPr wrap="square" lIns="45720" tIns="27432" rIns="45720" bIns="27432" anchor="t"/>
          <a:lstStyle/>
          <a:p>
            <a:pPr algn="l">
              <a:lnSpc>
                <a:spcPct val="108000"/>
              </a:lnSpc>
              <a:spcAft>
                <a:spcPts val="300"/>
              </a:spcAft>
            </a:pPr>
            <a:r>
              <a:rPr sz="900" b="0" i="0">
                <a:solidFill>
                  <a:srgbClr val="808080"/>
                </a:solidFill>
                <a:latin typeface="Arial"/>
              </a:rPr>
              <a:t>Runs on your laptop, nothing leaves it; also a command-line tool on the same CSV log.</a:t>
            </a:r>
          </a:p>
        </p:txBody>
      </p:sp>
      <p:sp>
        <p:nvSpPr>
          <p:cNvPr id="9" name="Rounded Rectangle 8"/>
          <p:cNvSpPr/>
          <p:nvPr/>
        </p:nvSpPr>
        <p:spPr>
          <a:xfrm>
            <a:off x="6446520" y="1481328"/>
            <a:ext cx="5257800" cy="338328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583680" y="1536192"/>
            <a:ext cx="4937760" cy="320040"/>
          </a:xfrm>
          <a:prstGeom prst="rect">
            <a:avLst/>
          </a:prstGeom>
          <a:noFill/>
        </p:spPr>
        <p:txBody>
          <a:bodyPr wrap="square" lIns="45720" tIns="27432" rIns="45720" bIns="27432" anchor="t"/>
          <a:lstStyle/>
          <a:p>
            <a:pPr algn="l">
              <a:lnSpc>
                <a:spcPct val="108000"/>
              </a:lnSpc>
              <a:spcAft>
                <a:spcPts val="300"/>
              </a:spcAft>
            </a:pPr>
            <a:r>
              <a:rPr sz="1300" b="1" i="0">
                <a:solidFill>
                  <a:srgbClr val="6E1A1D"/>
                </a:solidFill>
                <a:latin typeface="Arial"/>
              </a:rPr>
              <a:t>A day at the reactor</a:t>
            </a:r>
          </a:p>
        </p:txBody>
      </p:sp>
      <p:sp>
        <p:nvSpPr>
          <p:cNvPr id="11" name="Oval 10"/>
          <p:cNvSpPr/>
          <p:nvPr/>
        </p:nvSpPr>
        <p:spPr>
          <a:xfrm>
            <a:off x="6583680" y="1938528"/>
            <a:ext cx="292608" cy="292608"/>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Arial"/>
              </a:rPr>
              <a:t>1</a:t>
            </a:r>
          </a:p>
        </p:txBody>
      </p:sp>
      <p:sp>
        <p:nvSpPr>
          <p:cNvPr id="12" name="TextBox 11"/>
          <p:cNvSpPr txBox="1"/>
          <p:nvPr/>
        </p:nvSpPr>
        <p:spPr>
          <a:xfrm>
            <a:off x="6949440" y="1883664"/>
            <a:ext cx="4663440" cy="274320"/>
          </a:xfrm>
          <a:prstGeom prst="rect">
            <a:avLst/>
          </a:prstGeom>
          <a:noFill/>
        </p:spPr>
        <p:txBody>
          <a:bodyPr wrap="square" lIns="45720" tIns="27432" rIns="45720" bIns="27432" anchor="t"/>
          <a:lstStyle/>
          <a:p>
            <a:pPr algn="l">
              <a:lnSpc>
                <a:spcPct val="108000"/>
              </a:lnSpc>
              <a:spcAft>
                <a:spcPts val="300"/>
              </a:spcAft>
            </a:pPr>
            <a:r>
              <a:rPr sz="1150" b="1" i="0">
                <a:solidFill>
                  <a:srgbClr val="222222"/>
                </a:solidFill>
                <a:latin typeface="Arial"/>
              </a:rPr>
              <a:t>Type yesterday's run</a:t>
            </a:r>
          </a:p>
        </p:txBody>
      </p:sp>
      <p:sp>
        <p:nvSpPr>
          <p:cNvPr id="13" name="TextBox 12"/>
          <p:cNvSpPr txBox="1"/>
          <p:nvPr/>
        </p:nvSpPr>
        <p:spPr>
          <a:xfrm>
            <a:off x="6949440" y="2157984"/>
            <a:ext cx="4663440" cy="457200"/>
          </a:xfrm>
          <a:prstGeom prst="rect">
            <a:avLst/>
          </a:prstGeom>
          <a:noFill/>
        </p:spPr>
        <p:txBody>
          <a:bodyPr wrap="square" lIns="45720" tIns="27432" rIns="45720" bIns="27432" anchor="t"/>
          <a:lstStyle/>
          <a:p>
            <a:pPr algn="l">
              <a:lnSpc>
                <a:spcPct val="104000"/>
              </a:lnSpc>
              <a:spcAft>
                <a:spcPts val="300"/>
              </a:spcAft>
            </a:pPr>
            <a:r>
              <a:rPr sz="1000" b="0" i="0" dirty="0">
                <a:solidFill>
                  <a:srgbClr val="555555"/>
                </a:solidFill>
                <a:latin typeface="Arial"/>
              </a:rPr>
              <a:t>set points and the GC printout </a:t>
            </a:r>
            <a:r>
              <a:rPr lang="en-IN" sz="1000" b="0" i="0" dirty="0">
                <a:solidFill>
                  <a:srgbClr val="555555"/>
                </a:solidFill>
                <a:latin typeface="Arial"/>
              </a:rPr>
              <a:t>-</a:t>
            </a:r>
            <a:r>
              <a:rPr sz="1000" b="0" i="0" dirty="0">
                <a:solidFill>
                  <a:srgbClr val="555555"/>
                </a:solidFill>
                <a:latin typeface="Arial"/>
              </a:rPr>
              <a:t> or import the CSV log you already keep</a:t>
            </a:r>
          </a:p>
        </p:txBody>
      </p:sp>
      <p:sp>
        <p:nvSpPr>
          <p:cNvPr id="14" name="Oval 13"/>
          <p:cNvSpPr/>
          <p:nvPr/>
        </p:nvSpPr>
        <p:spPr>
          <a:xfrm>
            <a:off x="6583680" y="2651760"/>
            <a:ext cx="292608" cy="292608"/>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Arial"/>
              </a:rPr>
              <a:t>2</a:t>
            </a:r>
          </a:p>
        </p:txBody>
      </p:sp>
      <p:sp>
        <p:nvSpPr>
          <p:cNvPr id="15" name="TextBox 14"/>
          <p:cNvSpPr txBox="1"/>
          <p:nvPr/>
        </p:nvSpPr>
        <p:spPr>
          <a:xfrm>
            <a:off x="6949440" y="2596896"/>
            <a:ext cx="4663440" cy="274320"/>
          </a:xfrm>
          <a:prstGeom prst="rect">
            <a:avLst/>
          </a:prstGeom>
          <a:noFill/>
        </p:spPr>
        <p:txBody>
          <a:bodyPr wrap="square" lIns="45720" tIns="27432" rIns="45720" bIns="27432" anchor="t"/>
          <a:lstStyle/>
          <a:p>
            <a:pPr algn="l">
              <a:lnSpc>
                <a:spcPct val="108000"/>
              </a:lnSpc>
              <a:spcAft>
                <a:spcPts val="300"/>
              </a:spcAft>
            </a:pPr>
            <a:r>
              <a:rPr sz="1150" b="1" i="0">
                <a:solidFill>
                  <a:srgbClr val="222222"/>
                </a:solidFill>
                <a:latin typeface="Arial"/>
              </a:rPr>
              <a:t>Read the next run</a:t>
            </a:r>
          </a:p>
        </p:txBody>
      </p:sp>
      <p:sp>
        <p:nvSpPr>
          <p:cNvPr id="16" name="TextBox 15"/>
          <p:cNvSpPr txBox="1"/>
          <p:nvPr/>
        </p:nvSpPr>
        <p:spPr>
          <a:xfrm>
            <a:off x="6949440" y="2871215"/>
            <a:ext cx="4663440" cy="457200"/>
          </a:xfrm>
          <a:prstGeom prst="rect">
            <a:avLst/>
          </a:prstGeom>
          <a:noFill/>
        </p:spPr>
        <p:txBody>
          <a:bodyPr wrap="square" lIns="45720" tIns="27432" rIns="45720" bIns="27432" anchor="t"/>
          <a:lstStyle/>
          <a:p>
            <a:pPr algn="l">
              <a:lnSpc>
                <a:spcPct val="104000"/>
              </a:lnSpc>
              <a:spcAft>
                <a:spcPts val="300"/>
              </a:spcAft>
            </a:pPr>
            <a:r>
              <a:rPr sz="1000" b="0" i="0">
                <a:solidFill>
                  <a:srgbClr val="555555"/>
                </a:solidFill>
                <a:latin typeface="Arial"/>
              </a:rPr>
              <a:t>five set points, the change from last time, the expected profit and why</a:t>
            </a:r>
          </a:p>
        </p:txBody>
      </p:sp>
      <p:sp>
        <p:nvSpPr>
          <p:cNvPr id="17" name="Oval 16"/>
          <p:cNvSpPr/>
          <p:nvPr/>
        </p:nvSpPr>
        <p:spPr>
          <a:xfrm>
            <a:off x="6583680" y="3364992"/>
            <a:ext cx="292608" cy="292608"/>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Arial"/>
              </a:rPr>
              <a:t>3</a:t>
            </a:r>
          </a:p>
        </p:txBody>
      </p:sp>
      <p:sp>
        <p:nvSpPr>
          <p:cNvPr id="18" name="TextBox 17"/>
          <p:cNvSpPr txBox="1"/>
          <p:nvPr/>
        </p:nvSpPr>
        <p:spPr>
          <a:xfrm>
            <a:off x="6949440" y="3310128"/>
            <a:ext cx="4663440" cy="274320"/>
          </a:xfrm>
          <a:prstGeom prst="rect">
            <a:avLst/>
          </a:prstGeom>
          <a:noFill/>
        </p:spPr>
        <p:txBody>
          <a:bodyPr wrap="square" lIns="45720" tIns="27432" rIns="45720" bIns="27432" anchor="t"/>
          <a:lstStyle/>
          <a:p>
            <a:pPr algn="l">
              <a:lnSpc>
                <a:spcPct val="108000"/>
              </a:lnSpc>
              <a:spcAft>
                <a:spcPts val="300"/>
              </a:spcAft>
            </a:pPr>
            <a:r>
              <a:rPr sz="1150" b="1" i="0">
                <a:solidFill>
                  <a:srgbClr val="222222"/>
                </a:solidFill>
                <a:latin typeface="Arial"/>
              </a:rPr>
              <a:t>See where it is heading</a:t>
            </a:r>
          </a:p>
        </p:txBody>
      </p:sp>
      <p:sp>
        <p:nvSpPr>
          <p:cNvPr id="19" name="TextBox 18"/>
          <p:cNvSpPr txBox="1"/>
          <p:nvPr/>
        </p:nvSpPr>
        <p:spPr>
          <a:xfrm>
            <a:off x="6949440" y="3584448"/>
            <a:ext cx="4663440" cy="457200"/>
          </a:xfrm>
          <a:prstGeom prst="rect">
            <a:avLst/>
          </a:prstGeom>
          <a:noFill/>
        </p:spPr>
        <p:txBody>
          <a:bodyPr wrap="square" lIns="45720" tIns="27432" rIns="45720" bIns="27432" anchor="t"/>
          <a:lstStyle/>
          <a:p>
            <a:pPr algn="l">
              <a:lnSpc>
                <a:spcPct val="104000"/>
              </a:lnSpc>
              <a:spcAft>
                <a:spcPts val="300"/>
              </a:spcAft>
            </a:pPr>
            <a:r>
              <a:rPr sz="1000" b="0" i="0">
                <a:solidFill>
                  <a:srgbClr val="555555"/>
                </a:solidFill>
                <a:latin typeface="Arial"/>
              </a:rPr>
              <a:t>predicted best settings, how many runs away, and whether another run is worth its cost in money</a:t>
            </a:r>
          </a:p>
        </p:txBody>
      </p:sp>
      <p:sp>
        <p:nvSpPr>
          <p:cNvPr id="20" name="Oval 19"/>
          <p:cNvSpPr/>
          <p:nvPr/>
        </p:nvSpPr>
        <p:spPr>
          <a:xfrm>
            <a:off x="6583680" y="4078223"/>
            <a:ext cx="292608" cy="292608"/>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a:solidFill>
                  <a:srgbClr val="FFFFFF"/>
                </a:solidFill>
                <a:latin typeface="Arial"/>
              </a:rPr>
              <a:t>4</a:t>
            </a:r>
          </a:p>
        </p:txBody>
      </p:sp>
      <p:sp>
        <p:nvSpPr>
          <p:cNvPr id="21" name="TextBox 20"/>
          <p:cNvSpPr txBox="1"/>
          <p:nvPr/>
        </p:nvSpPr>
        <p:spPr>
          <a:xfrm>
            <a:off x="6949440" y="4023359"/>
            <a:ext cx="4663440" cy="274320"/>
          </a:xfrm>
          <a:prstGeom prst="rect">
            <a:avLst/>
          </a:prstGeom>
          <a:noFill/>
        </p:spPr>
        <p:txBody>
          <a:bodyPr wrap="square" lIns="45720" tIns="27432" rIns="45720" bIns="27432" anchor="t"/>
          <a:lstStyle/>
          <a:p>
            <a:pPr algn="l">
              <a:lnSpc>
                <a:spcPct val="108000"/>
              </a:lnSpc>
              <a:spcAft>
                <a:spcPts val="300"/>
              </a:spcAft>
            </a:pPr>
            <a:r>
              <a:rPr sz="1150" b="1" i="0">
                <a:solidFill>
                  <a:srgbClr val="222222"/>
                </a:solidFill>
                <a:latin typeface="Arial"/>
              </a:rPr>
              <a:t>Run it, repeat, export</a:t>
            </a:r>
          </a:p>
        </p:txBody>
      </p:sp>
      <p:sp>
        <p:nvSpPr>
          <p:cNvPr id="22" name="TextBox 21"/>
          <p:cNvSpPr txBox="1"/>
          <p:nvPr/>
        </p:nvSpPr>
        <p:spPr>
          <a:xfrm>
            <a:off x="6949440" y="4297679"/>
            <a:ext cx="4663440" cy="457200"/>
          </a:xfrm>
          <a:prstGeom prst="rect">
            <a:avLst/>
          </a:prstGeom>
          <a:noFill/>
        </p:spPr>
        <p:txBody>
          <a:bodyPr wrap="square" lIns="45720" tIns="27432" rIns="45720" bIns="27432" anchor="t"/>
          <a:lstStyle/>
          <a:p>
            <a:pPr algn="l">
              <a:lnSpc>
                <a:spcPct val="104000"/>
              </a:lnSpc>
              <a:spcAft>
                <a:spcPts val="300"/>
              </a:spcAft>
            </a:pPr>
            <a:r>
              <a:rPr sz="1000" b="0" i="0">
                <a:solidFill>
                  <a:srgbClr val="555555"/>
                </a:solidFill>
                <a:latin typeface="Arial"/>
              </a:rPr>
              <a:t>every suggestion is one allowed step inside the ranges you set, catalyst untouched</a:t>
            </a:r>
          </a:p>
        </p:txBody>
      </p:sp>
      <p:sp>
        <p:nvSpPr>
          <p:cNvPr id="23" name="Rounded Rectangle 22"/>
          <p:cNvSpPr/>
          <p:nvPr/>
        </p:nvSpPr>
        <p:spPr>
          <a:xfrm>
            <a:off x="365760" y="4956048"/>
            <a:ext cx="2743200" cy="1188720"/>
          </a:xfrm>
          <a:prstGeom prst="roundRect">
            <a:avLst>
              <a:gd name="adj" fmla="val 8000"/>
            </a:avLst>
          </a:prstGeom>
          <a:solidFill>
            <a:srgbClr val="F1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57200" y="4983480"/>
            <a:ext cx="2560320" cy="347472"/>
          </a:xfrm>
          <a:prstGeom prst="rect">
            <a:avLst/>
          </a:prstGeom>
          <a:noFill/>
        </p:spPr>
        <p:txBody>
          <a:bodyPr wrap="square" lIns="45720" tIns="27432" rIns="45720" bIns="27432" anchor="t"/>
          <a:lstStyle/>
          <a:p>
            <a:pPr algn="l">
              <a:lnSpc>
                <a:spcPct val="108000"/>
              </a:lnSpc>
              <a:spcAft>
                <a:spcPts val="300"/>
              </a:spcAft>
            </a:pPr>
            <a:r>
              <a:rPr sz="1350" b="1" i="0">
                <a:solidFill>
                  <a:srgbClr val="8B2327"/>
                </a:solidFill>
                <a:latin typeface="Arial"/>
              </a:rPr>
              <a:t>9 runs instead of 21+</a:t>
            </a:r>
          </a:p>
        </p:txBody>
      </p:sp>
      <p:sp>
        <p:nvSpPr>
          <p:cNvPr id="25" name="TextBox 24"/>
          <p:cNvSpPr txBox="1"/>
          <p:nvPr/>
        </p:nvSpPr>
        <p:spPr>
          <a:xfrm>
            <a:off x="457200" y="5303520"/>
            <a:ext cx="2560320" cy="822960"/>
          </a:xfrm>
          <a:prstGeom prst="rect">
            <a:avLst/>
          </a:prstGeom>
          <a:noFill/>
        </p:spPr>
        <p:txBody>
          <a:bodyPr wrap="square" lIns="45720" tIns="27432" rIns="45720" bIns="27432" anchor="t"/>
          <a:lstStyle/>
          <a:p>
            <a:pPr algn="l">
              <a:lnSpc>
                <a:spcPct val="104000"/>
              </a:lnSpc>
              <a:spcAft>
                <a:spcPts val="300"/>
              </a:spcAft>
            </a:pPr>
            <a:r>
              <a:rPr sz="900" b="0" i="0">
                <a:solidFill>
                  <a:srgbClr val="555555"/>
                </a:solidFill>
                <a:latin typeface="Arial"/>
              </a:rPr>
              <a:t>≈ two weeks of reactor time, feed gas and operator time saved per campaign (simulated reactor). Give it your cost per run and it reports the saving in money.</a:t>
            </a:r>
          </a:p>
        </p:txBody>
      </p:sp>
      <p:sp>
        <p:nvSpPr>
          <p:cNvPr id="26" name="Rounded Rectangle 25"/>
          <p:cNvSpPr/>
          <p:nvPr/>
        </p:nvSpPr>
        <p:spPr>
          <a:xfrm>
            <a:off x="3230575" y="4956048"/>
            <a:ext cx="2743200" cy="11887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3322015" y="4983480"/>
            <a:ext cx="2560320" cy="347472"/>
          </a:xfrm>
          <a:prstGeom prst="rect">
            <a:avLst/>
          </a:prstGeom>
          <a:noFill/>
        </p:spPr>
        <p:txBody>
          <a:bodyPr wrap="square" lIns="45720" tIns="27432" rIns="45720" bIns="27432" anchor="t"/>
          <a:lstStyle/>
          <a:p>
            <a:pPr algn="l">
              <a:lnSpc>
                <a:spcPct val="108000"/>
              </a:lnSpc>
              <a:spcAft>
                <a:spcPts val="300"/>
              </a:spcAft>
            </a:pPr>
            <a:r>
              <a:rPr sz="1350" b="1" i="0">
                <a:solidFill>
                  <a:srgbClr val="8B2327"/>
                </a:solidFill>
                <a:latin typeface="Arial"/>
              </a:rPr>
              <a:t>No kinetics, no code</a:t>
            </a:r>
          </a:p>
        </p:txBody>
      </p:sp>
      <p:sp>
        <p:nvSpPr>
          <p:cNvPr id="28" name="TextBox 27"/>
          <p:cNvSpPr txBox="1"/>
          <p:nvPr/>
        </p:nvSpPr>
        <p:spPr>
          <a:xfrm>
            <a:off x="3322015" y="5303520"/>
            <a:ext cx="2560320" cy="822960"/>
          </a:xfrm>
          <a:prstGeom prst="rect">
            <a:avLst/>
          </a:prstGeom>
          <a:noFill/>
        </p:spPr>
        <p:txBody>
          <a:bodyPr wrap="square" lIns="45720" tIns="27432" rIns="45720" bIns="27432" anchor="t"/>
          <a:lstStyle/>
          <a:p>
            <a:pPr algn="l">
              <a:lnSpc>
                <a:spcPct val="104000"/>
              </a:lnSpc>
              <a:spcAft>
                <a:spcPts val="300"/>
              </a:spcAft>
            </a:pPr>
            <a:r>
              <a:rPr sz="900" b="0" i="0">
                <a:solidFill>
                  <a:srgbClr val="555555"/>
                </a:solidFill>
                <a:latin typeface="Arial"/>
              </a:rPr>
              <a:t>You supply the run log, the catalyst mass and surface area, what you may change per run, and your prices. Two reaction schemes are built in today; your own is next.</a:t>
            </a:r>
          </a:p>
        </p:txBody>
      </p:sp>
      <p:sp>
        <p:nvSpPr>
          <p:cNvPr id="29" name="Rounded Rectangle 28"/>
          <p:cNvSpPr/>
          <p:nvPr/>
        </p:nvSpPr>
        <p:spPr>
          <a:xfrm>
            <a:off x="6095390" y="4956048"/>
            <a:ext cx="2743200" cy="11887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186830" y="4983480"/>
            <a:ext cx="2560320" cy="347472"/>
          </a:xfrm>
          <a:prstGeom prst="rect">
            <a:avLst/>
          </a:prstGeom>
          <a:noFill/>
        </p:spPr>
        <p:txBody>
          <a:bodyPr wrap="square" lIns="45720" tIns="27432" rIns="45720" bIns="27432" anchor="t"/>
          <a:lstStyle/>
          <a:p>
            <a:pPr algn="l">
              <a:lnSpc>
                <a:spcPct val="108000"/>
              </a:lnSpc>
              <a:spcAft>
                <a:spcPts val="300"/>
              </a:spcAft>
            </a:pPr>
            <a:r>
              <a:rPr sz="1350" b="1" i="0">
                <a:solidFill>
                  <a:srgbClr val="8B2327"/>
                </a:solidFill>
                <a:latin typeface="Arial"/>
              </a:rPr>
              <a:t>Always within your limits</a:t>
            </a:r>
          </a:p>
        </p:txBody>
      </p:sp>
      <p:sp>
        <p:nvSpPr>
          <p:cNvPr id="31" name="TextBox 30"/>
          <p:cNvSpPr txBox="1"/>
          <p:nvPr/>
        </p:nvSpPr>
        <p:spPr>
          <a:xfrm>
            <a:off x="6186830" y="5303520"/>
            <a:ext cx="2560320" cy="822960"/>
          </a:xfrm>
          <a:prstGeom prst="rect">
            <a:avLst/>
          </a:prstGeom>
          <a:noFill/>
        </p:spPr>
        <p:txBody>
          <a:bodyPr wrap="square" lIns="45720" tIns="27432" rIns="45720" bIns="27432" anchor="t"/>
          <a:lstStyle/>
          <a:p>
            <a:pPr algn="l">
              <a:lnSpc>
                <a:spcPct val="104000"/>
              </a:lnSpc>
              <a:spcAft>
                <a:spcPts val="300"/>
              </a:spcAft>
            </a:pPr>
            <a:r>
              <a:rPr sz="900" b="0" i="0">
                <a:solidFill>
                  <a:srgbClr val="555555"/>
                </a:solidFill>
                <a:latin typeface="Arial"/>
              </a:rPr>
              <a:t>One allowed step from the last run, inside the ranges you set, catalyst untouched; spec and heat load shown. You still check your plant's safety rules.</a:t>
            </a:r>
          </a:p>
        </p:txBody>
      </p:sp>
      <p:sp>
        <p:nvSpPr>
          <p:cNvPr id="32" name="Rounded Rectangle 31"/>
          <p:cNvSpPr/>
          <p:nvPr/>
        </p:nvSpPr>
        <p:spPr>
          <a:xfrm>
            <a:off x="8960205" y="4956048"/>
            <a:ext cx="2743200" cy="118872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051645" y="4983480"/>
            <a:ext cx="2560320" cy="347472"/>
          </a:xfrm>
          <a:prstGeom prst="rect">
            <a:avLst/>
          </a:prstGeom>
          <a:noFill/>
        </p:spPr>
        <p:txBody>
          <a:bodyPr wrap="square" lIns="45720" tIns="27432" rIns="45720" bIns="27432" anchor="t"/>
          <a:lstStyle/>
          <a:p>
            <a:pPr algn="l">
              <a:lnSpc>
                <a:spcPct val="108000"/>
              </a:lnSpc>
              <a:spcAft>
                <a:spcPts val="300"/>
              </a:spcAft>
            </a:pPr>
            <a:r>
              <a:rPr sz="1350" b="1" i="0">
                <a:solidFill>
                  <a:srgbClr val="8B2327"/>
                </a:solidFill>
                <a:latin typeface="Arial"/>
              </a:rPr>
              <a:t>Earns while it learns</a:t>
            </a:r>
          </a:p>
        </p:txBody>
      </p:sp>
      <p:sp>
        <p:nvSpPr>
          <p:cNvPr id="34" name="TextBox 33"/>
          <p:cNvSpPr txBox="1"/>
          <p:nvPr/>
        </p:nvSpPr>
        <p:spPr>
          <a:xfrm>
            <a:off x="9051645" y="5303520"/>
            <a:ext cx="2560320" cy="822960"/>
          </a:xfrm>
          <a:prstGeom prst="rect">
            <a:avLst/>
          </a:prstGeom>
          <a:noFill/>
        </p:spPr>
        <p:txBody>
          <a:bodyPr wrap="square" lIns="45720" tIns="27432" rIns="45720" bIns="27432" anchor="t"/>
          <a:lstStyle/>
          <a:p>
            <a:pPr algn="l">
              <a:lnSpc>
                <a:spcPct val="104000"/>
              </a:lnSpc>
              <a:spcAft>
                <a:spcPts val="300"/>
              </a:spcAft>
            </a:pPr>
            <a:r>
              <a:rPr sz="900" b="0" i="0">
                <a:solidFill>
                  <a:srgbClr val="555555"/>
                </a:solidFill>
                <a:latin typeface="Arial"/>
              </a:rPr>
              <a:t>Scored on profit earned, not only the end point: by run 10 its settings earn 93 % of the maximum, the rules of thumb 21 % (simulated).</a:t>
            </a:r>
          </a:p>
        </p:txBody>
      </p:sp>
      <p:sp>
        <p:nvSpPr>
          <p:cNvPr id="35" name="TextBox 34"/>
          <p:cNvSpPr txBox="1"/>
          <p:nvPr/>
        </p:nvSpPr>
        <p:spPr>
          <a:xfrm>
            <a:off x="365760" y="6181344"/>
            <a:ext cx="11338560" cy="292608"/>
          </a:xfrm>
          <a:prstGeom prst="rect">
            <a:avLst/>
          </a:prstGeom>
          <a:noFill/>
        </p:spPr>
        <p:txBody>
          <a:bodyPr wrap="square" lIns="45720" tIns="27432" rIns="45720" bIns="27432" anchor="t"/>
          <a:lstStyle/>
          <a:p>
            <a:pPr algn="ctr">
              <a:lnSpc>
                <a:spcPct val="108000"/>
              </a:lnSpc>
              <a:spcAft>
                <a:spcPts val="300"/>
              </a:spcAft>
            </a:pPr>
            <a:r>
              <a:rPr sz="1050" b="1" i="0">
                <a:solidFill>
                  <a:srgbClr val="6E1A1D"/>
                </a:solidFill>
                <a:latin typeface="Arial"/>
              </a:rPr>
              <a:t>Before: </a:t>
            </a:r>
            <a:r>
              <a:rPr sz="1050" b="0" i="0">
                <a:solidFill>
                  <a:srgbClr val="222222"/>
                </a:solidFill>
                <a:latin typeface="Arial"/>
              </a:rPr>
              <a:t>five weeks of trial and error with an experienced chemist on call.   </a:t>
            </a:r>
            <a:r>
              <a:rPr sz="1050" b="1" i="0">
                <a:solidFill>
                  <a:srgbClr val="6E1A1D"/>
                </a:solidFill>
                <a:latin typeface="Arial"/>
              </a:rPr>
              <a:t>After: </a:t>
            </a:r>
            <a:r>
              <a:rPr sz="1050" b="0" i="0">
                <a:solidFill>
                  <a:srgbClr val="222222"/>
                </a:solidFill>
                <a:latin typeface="Arial"/>
              </a:rPr>
              <a:t>about two weeks, and a technician can drive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713232"/>
            <a:ext cx="10241280" cy="658368"/>
          </a:xfrm>
        </p:spPr>
        <p:txBody>
          <a:bodyPr lIns="45720" anchor="ctr"/>
          <a:lstStyle/>
          <a:p>
            <a:pPr algn="l"/>
            <a:r>
              <a:rPr sz="2800" b="1" i="0">
                <a:solidFill>
                  <a:srgbClr val="8B2327"/>
                </a:solidFill>
                <a:latin typeface="Arial"/>
              </a:rPr>
              <a:t>Where we are, and what comes next</a:t>
            </a:r>
          </a:p>
        </p:txBody>
      </p:sp>
      <p:sp>
        <p:nvSpPr>
          <p:cNvPr id="3" name="TextBox 2"/>
          <p:cNvSpPr txBox="1"/>
          <p:nvPr/>
        </p:nvSpPr>
        <p:spPr>
          <a:xfrm>
            <a:off x="365760" y="457200"/>
            <a:ext cx="7315200" cy="274320"/>
          </a:xfrm>
          <a:prstGeom prst="rect">
            <a:avLst/>
          </a:prstGeom>
          <a:noFill/>
        </p:spPr>
        <p:txBody>
          <a:bodyPr wrap="square" lIns="45720" tIns="27432" rIns="45720" bIns="27432" anchor="t"/>
          <a:lstStyle/>
          <a:p>
            <a:pPr algn="l">
              <a:lnSpc>
                <a:spcPct val="108000"/>
              </a:lnSpc>
              <a:spcAft>
                <a:spcPts val="300"/>
              </a:spcAft>
            </a:pPr>
            <a:r>
              <a:rPr sz="1050" b="1" i="0">
                <a:solidFill>
                  <a:srgbClr val="8B2327"/>
                </a:solidFill>
                <a:latin typeface="Arial"/>
              </a:rPr>
              <a:t>NEXT STEPS</a:t>
            </a:r>
          </a:p>
        </p:txBody>
      </p:sp>
      <p:cxnSp>
        <p:nvCxnSpPr>
          <p:cNvPr id="4" name="Connector 3"/>
          <p:cNvCxnSpPr/>
          <p:nvPr/>
        </p:nvCxnSpPr>
        <p:spPr>
          <a:xfrm>
            <a:off x="365760" y="6510528"/>
            <a:ext cx="11430000" cy="0"/>
          </a:xfrm>
          <a:prstGeom prst="line">
            <a:avLst/>
          </a:prstGeom>
          <a:ln w="9525">
            <a:solidFill>
              <a:srgbClr val="DDD5D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65760" y="6528816"/>
            <a:ext cx="9144000" cy="274320"/>
          </a:xfrm>
          <a:prstGeom prst="rect">
            <a:avLst/>
          </a:prstGeom>
          <a:noFill/>
        </p:spPr>
        <p:txBody>
          <a:bodyPr wrap="square" lIns="45720" tIns="27432" rIns="45720" bIns="27432" anchor="t"/>
          <a:lstStyle/>
          <a:p>
            <a:pPr algn="l">
              <a:lnSpc>
                <a:spcPct val="108000"/>
              </a:lnSpc>
              <a:spcAft>
                <a:spcPts val="300"/>
              </a:spcAft>
            </a:pPr>
            <a:r>
              <a:rPr sz="850" b="0" i="0" dirty="0">
                <a:solidFill>
                  <a:srgbClr val="808080"/>
                </a:solidFill>
                <a:latin typeface="Arial"/>
              </a:rPr>
              <a:t>ACOD310 mid-term  ·  1</a:t>
            </a:r>
            <a:r>
              <a:rPr lang="en-IN" sz="850" b="0" i="0" dirty="0">
                <a:solidFill>
                  <a:srgbClr val="808080"/>
                </a:solidFill>
                <a:latin typeface="Arial"/>
              </a:rPr>
              <a:t>6</a:t>
            </a:r>
            <a:r>
              <a:rPr sz="850" b="0" i="0" dirty="0">
                <a:solidFill>
                  <a:srgbClr val="808080"/>
                </a:solidFill>
                <a:latin typeface="Arial"/>
              </a:rPr>
              <a:t> October 2026  ·  Sumant Varanasi &amp; Parva Chaudhary</a:t>
            </a:r>
          </a:p>
        </p:txBody>
      </p:sp>
      <p:sp>
        <p:nvSpPr>
          <p:cNvPr id="6" name="TextBox 5"/>
          <p:cNvSpPr txBox="1"/>
          <p:nvPr/>
        </p:nvSpPr>
        <p:spPr>
          <a:xfrm>
            <a:off x="10972800" y="6528816"/>
            <a:ext cx="822960" cy="274320"/>
          </a:xfrm>
          <a:prstGeom prst="rect">
            <a:avLst/>
          </a:prstGeom>
          <a:noFill/>
        </p:spPr>
        <p:txBody>
          <a:bodyPr wrap="square" lIns="45720" tIns="27432" rIns="45720" bIns="27432" anchor="t"/>
          <a:lstStyle/>
          <a:p>
            <a:pPr algn="r">
              <a:lnSpc>
                <a:spcPct val="108000"/>
              </a:lnSpc>
              <a:spcAft>
                <a:spcPts val="300"/>
              </a:spcAft>
            </a:pPr>
            <a:r>
              <a:rPr sz="850" b="0" i="0">
                <a:solidFill>
                  <a:srgbClr val="808080"/>
                </a:solidFill>
                <a:latin typeface="Arial"/>
              </a:rPr>
              <a:t>10 / 10</a:t>
            </a:r>
          </a:p>
        </p:txBody>
      </p:sp>
      <p:sp>
        <p:nvSpPr>
          <p:cNvPr id="7" name="Rounded Rectangle 6"/>
          <p:cNvSpPr/>
          <p:nvPr/>
        </p:nvSpPr>
        <p:spPr>
          <a:xfrm>
            <a:off x="365760" y="1508760"/>
            <a:ext cx="2743200" cy="11430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75488" y="1536192"/>
            <a:ext cx="2523744" cy="274320"/>
          </a:xfrm>
          <a:prstGeom prst="rect">
            <a:avLst/>
          </a:prstGeom>
          <a:noFill/>
        </p:spPr>
        <p:txBody>
          <a:bodyPr wrap="square" lIns="45720" tIns="27432" rIns="45720" bIns="27432" anchor="t"/>
          <a:lstStyle/>
          <a:p>
            <a:pPr algn="l">
              <a:lnSpc>
                <a:spcPct val="108000"/>
              </a:lnSpc>
              <a:spcAft>
                <a:spcPts val="300"/>
              </a:spcAft>
            </a:pPr>
            <a:endParaRPr sz="900" b="1" i="0" dirty="0">
              <a:solidFill>
                <a:srgbClr val="8B2327"/>
              </a:solidFill>
              <a:latin typeface="Arial"/>
            </a:endParaRPr>
          </a:p>
        </p:txBody>
      </p:sp>
      <p:sp>
        <p:nvSpPr>
          <p:cNvPr id="9" name="TextBox 8"/>
          <p:cNvSpPr txBox="1"/>
          <p:nvPr/>
        </p:nvSpPr>
        <p:spPr>
          <a:xfrm>
            <a:off x="475488" y="1783080"/>
            <a:ext cx="2523744" cy="320040"/>
          </a:xfrm>
          <a:prstGeom prst="rect">
            <a:avLst/>
          </a:prstGeom>
          <a:noFill/>
        </p:spPr>
        <p:txBody>
          <a:bodyPr wrap="square" lIns="45720" tIns="27432" rIns="45720" bIns="27432" anchor="t"/>
          <a:lstStyle/>
          <a:p>
            <a:pPr algn="l">
              <a:lnSpc>
                <a:spcPct val="108000"/>
              </a:lnSpc>
              <a:spcAft>
                <a:spcPts val="300"/>
              </a:spcAft>
            </a:pPr>
            <a:r>
              <a:rPr sz="1150" b="1" i="0">
                <a:solidFill>
                  <a:srgbClr val="222222"/>
                </a:solidFill>
                <a:latin typeface="Arial"/>
              </a:rPr>
              <a:t>v1  Verified twin + first optimiser</a:t>
            </a:r>
          </a:p>
        </p:txBody>
      </p:sp>
      <p:sp>
        <p:nvSpPr>
          <p:cNvPr id="10" name="TextBox 9"/>
          <p:cNvSpPr txBox="1"/>
          <p:nvPr/>
        </p:nvSpPr>
        <p:spPr>
          <a:xfrm>
            <a:off x="475488" y="2084831"/>
            <a:ext cx="2523744" cy="548640"/>
          </a:xfrm>
          <a:prstGeom prst="rect">
            <a:avLst/>
          </a:prstGeom>
          <a:noFill/>
        </p:spPr>
        <p:txBody>
          <a:bodyPr wrap="square" lIns="45720" tIns="27432" rIns="45720" bIns="27432" anchor="t"/>
          <a:lstStyle/>
          <a:p>
            <a:pPr algn="l">
              <a:lnSpc>
                <a:spcPct val="104000"/>
              </a:lnSpc>
              <a:spcAft>
                <a:spcPts val="300"/>
              </a:spcAft>
            </a:pPr>
            <a:r>
              <a:rPr sz="950" b="0" i="0">
                <a:solidFill>
                  <a:srgbClr val="555555"/>
                </a:solidFill>
                <a:latin typeface="Arial"/>
              </a:rPr>
              <a:t>packed-bed balances, GP + EI over 5 knobs</a:t>
            </a:r>
          </a:p>
        </p:txBody>
      </p:sp>
      <p:sp>
        <p:nvSpPr>
          <p:cNvPr id="11" name="Right Arrow 10"/>
          <p:cNvSpPr/>
          <p:nvPr/>
        </p:nvSpPr>
        <p:spPr>
          <a:xfrm>
            <a:off x="3072384" y="1965960"/>
            <a:ext cx="182880" cy="219456"/>
          </a:xfrm>
          <a:prstGeom prst="rightArrow">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230575" y="1508760"/>
            <a:ext cx="2743200" cy="11430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340303" y="1536192"/>
            <a:ext cx="2523744" cy="274320"/>
          </a:xfrm>
          <a:prstGeom prst="rect">
            <a:avLst/>
          </a:prstGeom>
          <a:noFill/>
        </p:spPr>
        <p:txBody>
          <a:bodyPr wrap="square" lIns="45720" tIns="27432" rIns="45720" bIns="27432" anchor="t"/>
          <a:lstStyle/>
          <a:p>
            <a:pPr algn="l">
              <a:lnSpc>
                <a:spcPct val="108000"/>
              </a:lnSpc>
              <a:spcAft>
                <a:spcPts val="300"/>
              </a:spcAft>
            </a:pPr>
            <a:endParaRPr sz="900" b="1" i="0" dirty="0">
              <a:solidFill>
                <a:srgbClr val="8B2327"/>
              </a:solidFill>
              <a:latin typeface="Arial"/>
            </a:endParaRPr>
          </a:p>
        </p:txBody>
      </p:sp>
      <p:sp>
        <p:nvSpPr>
          <p:cNvPr id="14" name="TextBox 13"/>
          <p:cNvSpPr txBox="1"/>
          <p:nvPr/>
        </p:nvSpPr>
        <p:spPr>
          <a:xfrm>
            <a:off x="3340303" y="1783080"/>
            <a:ext cx="2523744" cy="320040"/>
          </a:xfrm>
          <a:prstGeom prst="rect">
            <a:avLst/>
          </a:prstGeom>
          <a:noFill/>
        </p:spPr>
        <p:txBody>
          <a:bodyPr wrap="square" lIns="45720" tIns="27432" rIns="45720" bIns="27432" anchor="t"/>
          <a:lstStyle/>
          <a:p>
            <a:pPr algn="l">
              <a:lnSpc>
                <a:spcPct val="108000"/>
              </a:lnSpc>
              <a:spcAft>
                <a:spcPts val="300"/>
              </a:spcAft>
            </a:pPr>
            <a:r>
              <a:rPr sz="1150" b="1" i="0">
                <a:solidFill>
                  <a:srgbClr val="222222"/>
                </a:solidFill>
                <a:latin typeface="Arial"/>
              </a:rPr>
              <a:t>v2  Benchmarked BO package</a:t>
            </a:r>
          </a:p>
        </p:txBody>
      </p:sp>
      <p:sp>
        <p:nvSpPr>
          <p:cNvPr id="15" name="TextBox 14"/>
          <p:cNvSpPr txBox="1"/>
          <p:nvPr/>
        </p:nvSpPr>
        <p:spPr>
          <a:xfrm>
            <a:off x="3340303" y="2084831"/>
            <a:ext cx="2523744" cy="548640"/>
          </a:xfrm>
          <a:prstGeom prst="rect">
            <a:avLst/>
          </a:prstGeom>
          <a:noFill/>
        </p:spPr>
        <p:txBody>
          <a:bodyPr wrap="square" lIns="45720" tIns="27432" rIns="45720" bIns="27432" anchor="t"/>
          <a:lstStyle/>
          <a:p>
            <a:pPr algn="l">
              <a:lnSpc>
                <a:spcPct val="104000"/>
              </a:lnSpc>
              <a:spcAft>
                <a:spcPts val="300"/>
              </a:spcAft>
            </a:pPr>
            <a:r>
              <a:rPr sz="950" b="0" i="0">
                <a:solidFill>
                  <a:srgbClr val="555555"/>
                </a:solidFill>
                <a:latin typeface="Arial"/>
              </a:rPr>
              <a:t>fitted GP, 4 acquisitions, NN surrogate, constrained BO, 20 seeds</a:t>
            </a:r>
          </a:p>
        </p:txBody>
      </p:sp>
      <p:sp>
        <p:nvSpPr>
          <p:cNvPr id="16" name="Right Arrow 15"/>
          <p:cNvSpPr/>
          <p:nvPr/>
        </p:nvSpPr>
        <p:spPr>
          <a:xfrm>
            <a:off x="5937199" y="1965960"/>
            <a:ext cx="182880" cy="219456"/>
          </a:xfrm>
          <a:prstGeom prst="rightArrow">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095390" y="1508760"/>
            <a:ext cx="2743200" cy="1143000"/>
          </a:xfrm>
          <a:prstGeom prst="roundRect">
            <a:avLst>
              <a:gd name="adj" fmla="val 8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205118" y="1536192"/>
            <a:ext cx="2523744" cy="274320"/>
          </a:xfrm>
          <a:prstGeom prst="rect">
            <a:avLst/>
          </a:prstGeom>
          <a:noFill/>
        </p:spPr>
        <p:txBody>
          <a:bodyPr wrap="square" lIns="45720" tIns="27432" rIns="45720" bIns="27432" anchor="t"/>
          <a:lstStyle/>
          <a:p>
            <a:pPr algn="l">
              <a:lnSpc>
                <a:spcPct val="108000"/>
              </a:lnSpc>
              <a:spcAft>
                <a:spcPts val="300"/>
              </a:spcAft>
            </a:pPr>
            <a:endParaRPr sz="900" b="1" i="0" dirty="0">
              <a:solidFill>
                <a:srgbClr val="8B2327"/>
              </a:solidFill>
              <a:latin typeface="Arial"/>
            </a:endParaRPr>
          </a:p>
        </p:txBody>
      </p:sp>
      <p:sp>
        <p:nvSpPr>
          <p:cNvPr id="19" name="TextBox 18"/>
          <p:cNvSpPr txBox="1"/>
          <p:nvPr/>
        </p:nvSpPr>
        <p:spPr>
          <a:xfrm>
            <a:off x="6205118" y="1783080"/>
            <a:ext cx="2523744" cy="320040"/>
          </a:xfrm>
          <a:prstGeom prst="rect">
            <a:avLst/>
          </a:prstGeom>
          <a:noFill/>
        </p:spPr>
        <p:txBody>
          <a:bodyPr wrap="square" lIns="45720" tIns="27432" rIns="45720" bIns="27432" anchor="t"/>
          <a:lstStyle/>
          <a:p>
            <a:pPr algn="l">
              <a:lnSpc>
                <a:spcPct val="108000"/>
              </a:lnSpc>
              <a:spcAft>
                <a:spcPts val="300"/>
              </a:spcAft>
            </a:pPr>
            <a:r>
              <a:rPr sz="1150" b="1" i="0">
                <a:solidFill>
                  <a:srgbClr val="222222"/>
                </a:solidFill>
                <a:latin typeface="Arial"/>
              </a:rPr>
              <a:t>v3 / v4  Smart advisor + web tool</a:t>
            </a:r>
          </a:p>
        </p:txBody>
      </p:sp>
      <p:sp>
        <p:nvSpPr>
          <p:cNvPr id="20" name="TextBox 19"/>
          <p:cNvSpPr txBox="1"/>
          <p:nvPr/>
        </p:nvSpPr>
        <p:spPr>
          <a:xfrm>
            <a:off x="6205118" y="2084831"/>
            <a:ext cx="2523744" cy="548640"/>
          </a:xfrm>
          <a:prstGeom prst="rect">
            <a:avLst/>
          </a:prstGeom>
          <a:noFill/>
        </p:spPr>
        <p:txBody>
          <a:bodyPr wrap="square" lIns="45720" tIns="27432" rIns="45720" bIns="27432" anchor="t"/>
          <a:lstStyle/>
          <a:p>
            <a:pPr algn="l">
              <a:lnSpc>
                <a:spcPct val="104000"/>
              </a:lnSpc>
              <a:spcAft>
                <a:spcPts val="300"/>
              </a:spcAft>
            </a:pPr>
            <a:r>
              <a:rPr sz="950" b="0" i="0">
                <a:solidFill>
                  <a:srgbClr val="555555"/>
                </a:solidFill>
                <a:latin typeface="Arial"/>
              </a:rPr>
              <a:t>physics-informed, real protocol, rules-of-thumb baseline, plain-English UI</a:t>
            </a:r>
          </a:p>
        </p:txBody>
      </p:sp>
      <p:sp>
        <p:nvSpPr>
          <p:cNvPr id="21" name="Right Arrow 20"/>
          <p:cNvSpPr/>
          <p:nvPr/>
        </p:nvSpPr>
        <p:spPr>
          <a:xfrm>
            <a:off x="8802014" y="1965960"/>
            <a:ext cx="182880" cy="219456"/>
          </a:xfrm>
          <a:prstGeom prst="rightArrow">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960205" y="1508760"/>
            <a:ext cx="2743200" cy="1143000"/>
          </a:xfrm>
          <a:prstGeom prst="roundRect">
            <a:avLst>
              <a:gd name="adj" fmla="val 8000"/>
            </a:avLst>
          </a:prstGeom>
          <a:solidFill>
            <a:srgbClr val="F1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069933" y="1783080"/>
            <a:ext cx="2523744" cy="320040"/>
          </a:xfrm>
          <a:prstGeom prst="rect">
            <a:avLst/>
          </a:prstGeom>
          <a:noFill/>
        </p:spPr>
        <p:txBody>
          <a:bodyPr wrap="square" lIns="45720" tIns="27432" rIns="45720" bIns="27432" anchor="t"/>
          <a:lstStyle/>
          <a:p>
            <a:pPr algn="l">
              <a:lnSpc>
                <a:spcPct val="108000"/>
              </a:lnSpc>
              <a:spcAft>
                <a:spcPts val="300"/>
              </a:spcAft>
            </a:pPr>
            <a:r>
              <a:rPr sz="1150" b="1" i="0" dirty="0">
                <a:solidFill>
                  <a:srgbClr val="222222"/>
                </a:solidFill>
                <a:latin typeface="Arial"/>
              </a:rPr>
              <a:t>v5  Learning upgrade</a:t>
            </a:r>
          </a:p>
        </p:txBody>
      </p:sp>
      <p:sp>
        <p:nvSpPr>
          <p:cNvPr id="25" name="TextBox 24"/>
          <p:cNvSpPr txBox="1"/>
          <p:nvPr/>
        </p:nvSpPr>
        <p:spPr>
          <a:xfrm>
            <a:off x="9069933" y="2084831"/>
            <a:ext cx="2523744" cy="548640"/>
          </a:xfrm>
          <a:prstGeom prst="rect">
            <a:avLst/>
          </a:prstGeom>
          <a:noFill/>
        </p:spPr>
        <p:txBody>
          <a:bodyPr wrap="square" lIns="45720" tIns="27432" rIns="45720" bIns="27432" anchor="t"/>
          <a:lstStyle/>
          <a:p>
            <a:pPr algn="l">
              <a:lnSpc>
                <a:spcPct val="104000"/>
              </a:lnSpc>
              <a:spcAft>
                <a:spcPts val="300"/>
              </a:spcAft>
            </a:pPr>
            <a:r>
              <a:rPr sz="950" b="0" i="0" dirty="0">
                <a:solidFill>
                  <a:srgbClr val="555555"/>
                </a:solidFill>
                <a:latin typeface="Arial"/>
              </a:rPr>
              <a:t>model ladder, campaign planner, specs, ageing </a:t>
            </a:r>
            <a:r>
              <a:rPr lang="en-IN" sz="950" b="0" i="0" dirty="0">
                <a:solidFill>
                  <a:srgbClr val="555555"/>
                </a:solidFill>
                <a:latin typeface="Arial"/>
              </a:rPr>
              <a:t>-</a:t>
            </a:r>
            <a:r>
              <a:rPr sz="950" b="0" i="0" dirty="0">
                <a:solidFill>
                  <a:srgbClr val="555555"/>
                </a:solidFill>
                <a:latin typeface="Arial"/>
              </a:rPr>
              <a:t> benchmark just finished</a:t>
            </a:r>
          </a:p>
        </p:txBody>
      </p:sp>
      <p:sp>
        <p:nvSpPr>
          <p:cNvPr id="26" name="TextBox 25"/>
          <p:cNvSpPr txBox="1"/>
          <p:nvPr/>
        </p:nvSpPr>
        <p:spPr>
          <a:xfrm>
            <a:off x="365760" y="2697480"/>
            <a:ext cx="11338560" cy="274320"/>
          </a:xfrm>
          <a:prstGeom prst="rect">
            <a:avLst/>
          </a:prstGeom>
          <a:noFill/>
        </p:spPr>
        <p:txBody>
          <a:bodyPr wrap="square" lIns="45720" tIns="27432" rIns="45720" bIns="27432" anchor="t"/>
          <a:lstStyle/>
          <a:p>
            <a:pPr algn="ctr">
              <a:lnSpc>
                <a:spcPct val="108000"/>
              </a:lnSpc>
              <a:spcAft>
                <a:spcPts val="300"/>
              </a:spcAft>
            </a:pPr>
            <a:endParaRPr sz="1000" b="0" i="0" dirty="0">
              <a:solidFill>
                <a:srgbClr val="808080"/>
              </a:solidFill>
              <a:latin typeface="Arial"/>
            </a:endParaRPr>
          </a:p>
        </p:txBody>
      </p:sp>
      <p:sp>
        <p:nvSpPr>
          <p:cNvPr id="27" name="Rounded Rectangle 26"/>
          <p:cNvSpPr/>
          <p:nvPr/>
        </p:nvSpPr>
        <p:spPr>
          <a:xfrm>
            <a:off x="365760" y="3108960"/>
            <a:ext cx="2743428" cy="219456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493776" y="3236976"/>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1</a:t>
            </a:r>
          </a:p>
        </p:txBody>
      </p:sp>
      <p:sp>
        <p:nvSpPr>
          <p:cNvPr id="29" name="TextBox 28"/>
          <p:cNvSpPr txBox="1"/>
          <p:nvPr/>
        </p:nvSpPr>
        <p:spPr>
          <a:xfrm>
            <a:off x="859536" y="3182112"/>
            <a:ext cx="2139924" cy="36576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Make the numbers real</a:t>
            </a:r>
          </a:p>
        </p:txBody>
      </p:sp>
      <p:sp>
        <p:nvSpPr>
          <p:cNvPr id="30" name="TextBox 29"/>
          <p:cNvSpPr txBox="1"/>
          <p:nvPr/>
        </p:nvSpPr>
        <p:spPr>
          <a:xfrm>
            <a:off x="859536" y="3547872"/>
            <a:ext cx="2139924" cy="1700784"/>
          </a:xfrm>
          <a:prstGeom prst="rect">
            <a:avLst/>
          </a:prstGeom>
          <a:noFill/>
        </p:spPr>
        <p:txBody>
          <a:bodyPr wrap="square" lIns="45720" tIns="27432" rIns="45720" bIns="27432" anchor="t"/>
          <a:lstStyle/>
          <a:p>
            <a:pPr marL="155448" indent="-155448" algn="l">
              <a:lnSpc>
                <a:spcPct val="106000"/>
              </a:lnSpc>
              <a:spcAft>
                <a:spcPts val="200"/>
              </a:spcAft>
              <a:buChar char="•"/>
            </a:pPr>
            <a:r>
              <a:rPr sz="1000" b="0" i="0">
                <a:solidFill>
                  <a:srgbClr val="222222"/>
                </a:solidFill>
                <a:latin typeface="Arial"/>
              </a:rPr>
              <a:t>Everything so far runs on placeholder kinetics and prices; next we collect real ones and a real GC log from the Micromeritics reactor, with Prof. Khare</a:t>
            </a:r>
          </a:p>
          <a:p>
            <a:pPr marL="155448" indent="-155448" algn="l">
              <a:lnSpc>
                <a:spcPct val="106000"/>
              </a:lnSpc>
              <a:spcAft>
                <a:spcPts val="200"/>
              </a:spcAft>
              <a:buChar char="•"/>
            </a:pPr>
            <a:r>
              <a:rPr sz="1000" b="0" i="0">
                <a:solidFill>
                  <a:srgbClr val="222222"/>
                </a:solidFill>
                <a:latin typeface="Arial"/>
              </a:rPr>
              <a:t>Rerun the benchmark on them and see how far the textbook model is from the real reactor</a:t>
            </a:r>
          </a:p>
        </p:txBody>
      </p:sp>
      <p:sp>
        <p:nvSpPr>
          <p:cNvPr id="31" name="Rounded Rectangle 30"/>
          <p:cNvSpPr/>
          <p:nvPr/>
        </p:nvSpPr>
        <p:spPr>
          <a:xfrm>
            <a:off x="3230803" y="3108960"/>
            <a:ext cx="2743428" cy="219456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3358819" y="3236976"/>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2</a:t>
            </a:r>
          </a:p>
        </p:txBody>
      </p:sp>
      <p:sp>
        <p:nvSpPr>
          <p:cNvPr id="33" name="TextBox 32"/>
          <p:cNvSpPr txBox="1"/>
          <p:nvPr/>
        </p:nvSpPr>
        <p:spPr>
          <a:xfrm>
            <a:off x="3724579" y="3182112"/>
            <a:ext cx="2139924" cy="36576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Your own chemistry</a:t>
            </a:r>
          </a:p>
        </p:txBody>
      </p:sp>
      <p:sp>
        <p:nvSpPr>
          <p:cNvPr id="34" name="TextBox 33"/>
          <p:cNvSpPr txBox="1"/>
          <p:nvPr/>
        </p:nvSpPr>
        <p:spPr>
          <a:xfrm>
            <a:off x="3724579" y="3547872"/>
            <a:ext cx="2139924" cy="1700784"/>
          </a:xfrm>
          <a:prstGeom prst="rect">
            <a:avLst/>
          </a:prstGeom>
          <a:noFill/>
        </p:spPr>
        <p:txBody>
          <a:bodyPr wrap="square" lIns="45720" tIns="27432" rIns="45720" bIns="27432" anchor="t"/>
          <a:lstStyle/>
          <a:p>
            <a:pPr marL="155448" indent="-155448" algn="l">
              <a:lnSpc>
                <a:spcPct val="106000"/>
              </a:lnSpc>
              <a:spcAft>
                <a:spcPts val="200"/>
              </a:spcAft>
              <a:buChar char="•"/>
            </a:pPr>
            <a:r>
              <a:rPr sz="1000" b="0" i="0">
                <a:solidFill>
                  <a:srgbClr val="222222"/>
                </a:solidFill>
                <a:latin typeface="Arial"/>
              </a:rPr>
              <a:t>Type in your own reactions on the page</a:t>
            </a:r>
          </a:p>
          <a:p>
            <a:pPr marL="155448" indent="-155448" algn="l">
              <a:lnSpc>
                <a:spcPct val="106000"/>
              </a:lnSpc>
              <a:spcAft>
                <a:spcPts val="200"/>
              </a:spcAft>
              <a:buChar char="•"/>
            </a:pPr>
            <a:r>
              <a:rPr sz="1000" b="0" i="0">
                <a:solidFill>
                  <a:srgbClr val="222222"/>
                </a:solidFill>
                <a:latin typeface="Arial"/>
              </a:rPr>
              <a:t>The advisor proposes runs that reveal which reactions are really happening (model discrimination)</a:t>
            </a:r>
          </a:p>
        </p:txBody>
      </p:sp>
      <p:sp>
        <p:nvSpPr>
          <p:cNvPr id="35" name="Rounded Rectangle 34"/>
          <p:cNvSpPr/>
          <p:nvPr/>
        </p:nvSpPr>
        <p:spPr>
          <a:xfrm>
            <a:off x="6095847" y="3108960"/>
            <a:ext cx="2743428" cy="219456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6223863" y="3236976"/>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3</a:t>
            </a:r>
          </a:p>
        </p:txBody>
      </p:sp>
      <p:sp>
        <p:nvSpPr>
          <p:cNvPr id="37" name="TextBox 36"/>
          <p:cNvSpPr txBox="1"/>
          <p:nvPr/>
        </p:nvSpPr>
        <p:spPr>
          <a:xfrm>
            <a:off x="6589623" y="3182112"/>
            <a:ext cx="2139924" cy="36576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Blind test vs a chemist</a:t>
            </a:r>
          </a:p>
        </p:txBody>
      </p:sp>
      <p:sp>
        <p:nvSpPr>
          <p:cNvPr id="38" name="TextBox 37"/>
          <p:cNvSpPr txBox="1"/>
          <p:nvPr/>
        </p:nvSpPr>
        <p:spPr>
          <a:xfrm>
            <a:off x="6589623" y="3547872"/>
            <a:ext cx="2139924" cy="1700784"/>
          </a:xfrm>
          <a:prstGeom prst="rect">
            <a:avLst/>
          </a:prstGeom>
          <a:noFill/>
        </p:spPr>
        <p:txBody>
          <a:bodyPr wrap="square" lIns="45720" tIns="27432" rIns="45720" bIns="27432" anchor="t"/>
          <a:lstStyle/>
          <a:p>
            <a:pPr marL="155448" indent="-155448" algn="l">
              <a:lnSpc>
                <a:spcPct val="106000"/>
              </a:lnSpc>
              <a:spcAft>
                <a:spcPts val="200"/>
              </a:spcAft>
              <a:buChar char="•"/>
            </a:pPr>
            <a:r>
              <a:rPr sz="1000" b="0" i="0">
                <a:solidFill>
                  <a:srgbClr val="222222"/>
                </a:solidFill>
                <a:latin typeface="Arial"/>
              </a:rPr>
              <a:t>Same reactor, same run budget: the advisor against a chemist at the bench, judged blind on profit and runs used</a:t>
            </a:r>
          </a:p>
          <a:p>
            <a:pPr marL="155448" indent="-155448" algn="l">
              <a:lnSpc>
                <a:spcPct val="106000"/>
              </a:lnSpc>
              <a:spcAft>
                <a:spcPts val="200"/>
              </a:spcAft>
              <a:buChar char="•"/>
            </a:pPr>
            <a:r>
              <a:rPr sz="1000" b="0" i="0">
                <a:solidFill>
                  <a:srgbClr val="222222"/>
                </a:solidFill>
                <a:latin typeface="Arial"/>
              </a:rPr>
              <a:t>The fair version of our rules-of-thumb comparison</a:t>
            </a:r>
          </a:p>
        </p:txBody>
      </p:sp>
      <p:sp>
        <p:nvSpPr>
          <p:cNvPr id="39" name="Rounded Rectangle 38"/>
          <p:cNvSpPr/>
          <p:nvPr/>
        </p:nvSpPr>
        <p:spPr>
          <a:xfrm>
            <a:off x="8960891" y="3108960"/>
            <a:ext cx="2743428" cy="2194560"/>
          </a:xfrm>
          <a:prstGeom prst="roundRect">
            <a:avLst>
              <a:gd name="adj" fmla="val 8000"/>
            </a:avLst>
          </a:prstGeom>
          <a:solidFill>
            <a:srgbClr val="F8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Oval 39"/>
          <p:cNvSpPr/>
          <p:nvPr/>
        </p:nvSpPr>
        <p:spPr>
          <a:xfrm>
            <a:off x="9088907" y="3236976"/>
            <a:ext cx="329184" cy="329184"/>
          </a:xfrm>
          <a:prstGeom prst="ellipse">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Arial"/>
              </a:rPr>
              <a:t>4</a:t>
            </a:r>
          </a:p>
        </p:txBody>
      </p:sp>
      <p:sp>
        <p:nvSpPr>
          <p:cNvPr id="41" name="TextBox 40"/>
          <p:cNvSpPr txBox="1"/>
          <p:nvPr/>
        </p:nvSpPr>
        <p:spPr>
          <a:xfrm>
            <a:off x="9454667" y="3182112"/>
            <a:ext cx="2139924" cy="365760"/>
          </a:xfrm>
          <a:prstGeom prst="rect">
            <a:avLst/>
          </a:prstGeom>
          <a:noFill/>
        </p:spPr>
        <p:txBody>
          <a:bodyPr wrap="square" lIns="45720" tIns="27432" rIns="45720" bIns="27432" anchor="t"/>
          <a:lstStyle/>
          <a:p>
            <a:pPr algn="l">
              <a:lnSpc>
                <a:spcPct val="108000"/>
              </a:lnSpc>
              <a:spcAft>
                <a:spcPts val="300"/>
              </a:spcAft>
            </a:pPr>
            <a:r>
              <a:rPr sz="1250" b="1" i="0">
                <a:solidFill>
                  <a:srgbClr val="6E1A1D"/>
                </a:solidFill>
                <a:latin typeface="Arial"/>
              </a:rPr>
              <a:t>Profit vs selectivity</a:t>
            </a:r>
          </a:p>
        </p:txBody>
      </p:sp>
      <p:sp>
        <p:nvSpPr>
          <p:cNvPr id="42" name="TextBox 41"/>
          <p:cNvSpPr txBox="1"/>
          <p:nvPr/>
        </p:nvSpPr>
        <p:spPr>
          <a:xfrm>
            <a:off x="9454667" y="3547872"/>
            <a:ext cx="2139924" cy="1700784"/>
          </a:xfrm>
          <a:prstGeom prst="rect">
            <a:avLst/>
          </a:prstGeom>
          <a:noFill/>
        </p:spPr>
        <p:txBody>
          <a:bodyPr wrap="square" lIns="45720" tIns="27432" rIns="45720" bIns="27432" anchor="t"/>
          <a:lstStyle/>
          <a:p>
            <a:pPr marL="155448" indent="-155448" algn="l">
              <a:lnSpc>
                <a:spcPct val="106000"/>
              </a:lnSpc>
              <a:spcAft>
                <a:spcPts val="200"/>
              </a:spcAft>
              <a:buChar char="•"/>
            </a:pPr>
            <a:r>
              <a:rPr sz="1000" b="0" i="0">
                <a:solidFill>
                  <a:srgbClr val="222222"/>
                </a:solidFill>
                <a:latin typeface="Arial"/>
              </a:rPr>
              <a:t>Show the trade-off curve between profit and product purity (Pareto front), not one answer</a:t>
            </a:r>
          </a:p>
          <a:p>
            <a:pPr marL="155448" indent="-155448" algn="l">
              <a:lnSpc>
                <a:spcPct val="106000"/>
              </a:lnSpc>
              <a:spcAft>
                <a:spcPts val="200"/>
              </a:spcAft>
              <a:buChar char="•"/>
            </a:pPr>
            <a:r>
              <a:rPr sz="1000" b="0" i="0">
                <a:solidFill>
                  <a:srgbClr val="222222"/>
                </a:solidFill>
                <a:latin typeface="Arial"/>
              </a:rPr>
              <a:t>The operator picks the point that fits the contract</a:t>
            </a:r>
          </a:p>
        </p:txBody>
      </p:sp>
      <p:sp>
        <p:nvSpPr>
          <p:cNvPr id="43" name="Rounded Rectangle 42"/>
          <p:cNvSpPr/>
          <p:nvPr/>
        </p:nvSpPr>
        <p:spPr>
          <a:xfrm>
            <a:off x="365760" y="5440680"/>
            <a:ext cx="11338560" cy="960120"/>
          </a:xfrm>
          <a:prstGeom prst="roundRect">
            <a:avLst>
              <a:gd name="adj" fmla="val 8000"/>
            </a:avLst>
          </a:prstGeom>
          <a:solidFill>
            <a:srgbClr val="8B23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548640" y="5486400"/>
            <a:ext cx="10972800" cy="868680"/>
          </a:xfrm>
          <a:prstGeom prst="rect">
            <a:avLst/>
          </a:prstGeom>
          <a:noFill/>
        </p:spPr>
        <p:txBody>
          <a:bodyPr wrap="square" lIns="45720" tIns="27432" rIns="45720" bIns="27432" anchor="ctr"/>
          <a:lstStyle/>
          <a:p>
            <a:pPr algn="l">
              <a:lnSpc>
                <a:spcPct val="112000"/>
              </a:lnSpc>
              <a:spcAft>
                <a:spcPts val="300"/>
              </a:spcAft>
            </a:pPr>
            <a:r>
              <a:rPr sz="1350" b="0" i="0">
                <a:solidFill>
                  <a:srgbClr val="FFFFFF"/>
                </a:solidFill>
                <a:latin typeface="Arial"/>
              </a:rPr>
              <a:t>We asked for fewer experiments to the best operating point, for someone who is not a specialist. On the simulated reactor the answer is nine runs instead of twenty-one, in plain English. The next step is the real reactor.</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VEVOX.CONNECTED.SESSION" val="{&quot;access_code&quot;:&quot;172752392&quot;,&quot;project_id&quot;:93712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A24AEF5B-5E3D-1440-9C6B-9E9472E9BD14}">
  <we:reference id="wa200004709" version="1.1.0.2" store="en-US" storeType="OMEX"/>
  <we:alternateReferences>
    <we:reference id="wa200004709" version="1.1.0.2" store="wa200004709"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5C8E3F9-9F69-624F-B459-7010DA6798A4}">
  <we:reference id="wa104051163" version="1.2.0.3" store="en-US" storeType="OMEX"/>
  <we:alternateReferences>
    <we:reference id="WA104051163" version="1.2.0.3" store="WA1040511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1026</TotalTime>
  <Words>4571</Words>
  <Application>Microsoft Office PowerPoint</Application>
  <PresentationFormat>Widescreen</PresentationFormat>
  <Paragraphs>247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vt:lpstr>
      <vt:lpstr>Arial</vt:lpstr>
      <vt:lpstr>Office Theme</vt:lpstr>
      <vt:lpstr>Smart optimisation of a catalytic fixed-bed reactor</vt:lpstr>
      <vt:lpstr>Outline</vt:lpstr>
      <vt:lpstr>One reactor, five knobs, one day per run</vt:lpstr>
      <vt:lpstr>What the literature offers, and where it stops</vt:lpstr>
      <vt:lpstr>The digital twin, and the way a reactor is really run</vt:lpstr>
      <vt:lpstr>How the advisor learns and decides</vt:lpstr>
      <vt:lpstr>Advisor vs the rules of thumb vs black-box optimisation</vt:lpstr>
      <vt:lpstr>It learns the chemistry, not just the optimum</vt:lpstr>
      <vt:lpstr>What this means for the person at the reactor</vt:lpstr>
      <vt:lpstr>Where we are, and what comes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Rachit Khare</dc:creator>
  <cp:lastModifiedBy>Sumant Varanasi</cp:lastModifiedBy>
  <cp:revision>16</cp:revision>
  <dcterms:created xsi:type="dcterms:W3CDTF">2026-08-14T04:29:33Z</dcterms:created>
  <dcterms:modified xsi:type="dcterms:W3CDTF">2026-10-16T08:47:41Z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2026-08-15T12:21:57Z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e45d3d7e-6bc9-44e7-bf38-81207f0fbd4b</vt:lpwstr>
  </property>
  <property fmtid="{D5CDD505-2E9C-101B-9397-08002B2CF9AE}" pid="7" name="MSIP_Label_defa4170-0d19-0005-0004-bc88714345d2_ActionId">
    <vt:lpwstr>e0155bfe-ced1-4204-acf4-b86f6ed07900</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